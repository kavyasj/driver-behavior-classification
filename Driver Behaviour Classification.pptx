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7" r:id="rId1"/>
    <p:sldMasterId id="2147483698" r:id="rId2"/>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embeddedFontLst>
    <p:embeddedFont>
      <p:font typeface="Inter Tight" panose="020B0604020202020204" charset="0"/>
      <p:regular r:id="rId16"/>
      <p:bold r:id="rId17"/>
      <p:italic r:id="rId18"/>
      <p:boldItalic r:id="rId19"/>
    </p:embeddedFont>
    <p:embeddedFont>
      <p:font typeface="Inter Tight Medium" panose="020B0604020202020204" charset="0"/>
      <p:regular r:id="rId20"/>
      <p:bold r:id="rId21"/>
      <p:italic r:id="rId22"/>
      <p:boldItalic r:id="rId23"/>
    </p:embeddedFont>
    <p:embeddedFont>
      <p:font typeface="Inter Tight SemiBold" panose="020B0604020202020204" charset="0"/>
      <p:regular r:id="rId24"/>
      <p:bold r:id="rId25"/>
      <p:italic r:id="rId26"/>
      <p:boldItalic r:id="rId27"/>
    </p:embeddedFont>
    <p:embeddedFont>
      <p:font typeface="Times" panose="02020603050405020304" pitchFamily="18"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090"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1.xml"/><Relationship Id="rId21" Type="http://schemas.openxmlformats.org/officeDocument/2006/relationships/font" Target="fonts/font6.fntdata"/><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9.fntdata"/><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ca7dc95aa3_0_1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ca7dc95aa3_0_1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c081987d50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c081987d5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ca7dc95aa3_0_15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ca7dc95aa3_0_1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3ca75ff80a9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3ca75ff80a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ca75ff80a9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ca75ff80a9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ca75ff80a9_1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ca75ff80a9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3ca75ff80a9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3ca75ff80a9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ca7dc95aa3_0_15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ca7dc95aa3_0_15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3ca7dc95aa3_0_15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3ca7dc95aa3_0_1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c081987d50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c081987d50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ca7dc95aa3_0_15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ca7dc95aa3_0_15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3ca7dc95aa3_0_15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3ca7dc95aa3_0_1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54"/>
        <p:cNvGrpSpPr/>
        <p:nvPr/>
      </p:nvGrpSpPr>
      <p:grpSpPr>
        <a:xfrm>
          <a:off x="0" y="0"/>
          <a:ext cx="0" cy="0"/>
          <a:chOff x="0" y="0"/>
          <a:chExt cx="0" cy="0"/>
        </a:xfrm>
      </p:grpSpPr>
      <p:grpSp>
        <p:nvGrpSpPr>
          <p:cNvPr id="55" name="Google Shape;55;p14"/>
          <p:cNvGrpSpPr/>
          <p:nvPr/>
        </p:nvGrpSpPr>
        <p:grpSpPr>
          <a:xfrm rot="299808">
            <a:off x="124383" y="-559521"/>
            <a:ext cx="8900029" cy="6258229"/>
            <a:chOff x="124223" y="-559280"/>
            <a:chExt cx="8900025" cy="6258226"/>
          </a:xfrm>
        </p:grpSpPr>
        <p:grpSp>
          <p:nvGrpSpPr>
            <p:cNvPr id="56" name="Google Shape;56;p14"/>
            <p:cNvGrpSpPr/>
            <p:nvPr/>
          </p:nvGrpSpPr>
          <p:grpSpPr>
            <a:xfrm>
              <a:off x="124223" y="-78561"/>
              <a:ext cx="8900025" cy="5296800"/>
              <a:chOff x="124223" y="-78561"/>
              <a:chExt cx="8900025" cy="5296800"/>
            </a:xfrm>
          </p:grpSpPr>
          <p:sp>
            <p:nvSpPr>
              <p:cNvPr id="57" name="Google Shape;57;p14"/>
              <p:cNvSpPr/>
              <p:nvPr/>
            </p:nvSpPr>
            <p:spPr>
              <a:xfrm rot="-1623">
                <a:off x="7117071" y="2014308"/>
                <a:ext cx="1906200" cy="1875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Tight"/>
                  <a:ea typeface="Inter Tight"/>
                  <a:cs typeface="Inter Tight"/>
                  <a:sym typeface="Inter Tight"/>
                </a:endParaRPr>
              </a:p>
            </p:txBody>
          </p:sp>
          <p:sp>
            <p:nvSpPr>
              <p:cNvPr id="58" name="Google Shape;58;p14"/>
              <p:cNvSpPr/>
              <p:nvPr/>
            </p:nvSpPr>
            <p:spPr>
              <a:xfrm rot="-1487" flipH="1">
                <a:off x="124823" y="-77211"/>
                <a:ext cx="6242101" cy="5294100"/>
              </a:xfrm>
              <a:prstGeom prst="snip1Rect">
                <a:avLst>
                  <a:gd name="adj" fmla="val 4248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Tight SemiBold"/>
                  <a:ea typeface="Inter Tight SemiBold"/>
                  <a:cs typeface="Inter Tight SemiBold"/>
                  <a:sym typeface="Inter Tight SemiBold"/>
                </a:endParaRPr>
              </a:p>
            </p:txBody>
          </p:sp>
          <p:sp>
            <p:nvSpPr>
              <p:cNvPr id="59" name="Google Shape;59;p14"/>
              <p:cNvSpPr/>
              <p:nvPr/>
            </p:nvSpPr>
            <p:spPr>
              <a:xfrm rot="10798513" flipH="1">
                <a:off x="2781248" y="-76291"/>
                <a:ext cx="6242401" cy="5289900"/>
              </a:xfrm>
              <a:prstGeom prst="snip1Rect">
                <a:avLst>
                  <a:gd name="adj" fmla="val 42496"/>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Tight SemiBold"/>
                  <a:ea typeface="Inter Tight SemiBold"/>
                  <a:cs typeface="Inter Tight SemiBold"/>
                  <a:sym typeface="Inter Tight SemiBold"/>
                </a:endParaRPr>
              </a:p>
            </p:txBody>
          </p:sp>
          <p:sp>
            <p:nvSpPr>
              <p:cNvPr id="60" name="Google Shape;60;p14"/>
              <p:cNvSpPr/>
              <p:nvPr/>
            </p:nvSpPr>
            <p:spPr>
              <a:xfrm rot="-1623">
                <a:off x="125118" y="1250275"/>
                <a:ext cx="1906200" cy="18756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Tight"/>
                  <a:ea typeface="Inter Tight"/>
                  <a:cs typeface="Inter Tight"/>
                  <a:sym typeface="Inter Tight"/>
                </a:endParaRPr>
              </a:p>
            </p:txBody>
          </p:sp>
        </p:grpSp>
        <p:sp>
          <p:nvSpPr>
            <p:cNvPr id="61" name="Google Shape;61;p14"/>
            <p:cNvSpPr/>
            <p:nvPr/>
          </p:nvSpPr>
          <p:spPr>
            <a:xfrm rot="-4516116">
              <a:off x="314265" y="-331820"/>
              <a:ext cx="1871106" cy="1837980"/>
            </a:xfrm>
            <a:prstGeom prst="rtTriangl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SemiBold"/>
                <a:ea typeface="Inter Tight SemiBold"/>
                <a:cs typeface="Inter Tight SemiBold"/>
                <a:sym typeface="Inter Tight SemiBold"/>
              </a:endParaRPr>
            </a:p>
          </p:txBody>
        </p:sp>
        <p:sp>
          <p:nvSpPr>
            <p:cNvPr id="62" name="Google Shape;62;p14"/>
            <p:cNvSpPr/>
            <p:nvPr/>
          </p:nvSpPr>
          <p:spPr>
            <a:xfrm rot="6283884">
              <a:off x="6963097" y="3633506"/>
              <a:ext cx="1871106" cy="1837980"/>
            </a:xfrm>
            <a:prstGeom prst="rtTriangl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SemiBold"/>
                <a:ea typeface="Inter Tight SemiBold"/>
                <a:cs typeface="Inter Tight SemiBold"/>
                <a:sym typeface="Inter Tight SemiBold"/>
              </a:endParaRPr>
            </a:p>
          </p:txBody>
        </p:sp>
      </p:grpSp>
      <p:sp>
        <p:nvSpPr>
          <p:cNvPr id="63" name="Google Shape;63;p14"/>
          <p:cNvSpPr txBox="1">
            <a:spLocks noGrp="1"/>
          </p:cNvSpPr>
          <p:nvPr>
            <p:ph type="ctrTitle"/>
          </p:nvPr>
        </p:nvSpPr>
        <p:spPr>
          <a:xfrm>
            <a:off x="1826325" y="1559575"/>
            <a:ext cx="5494800" cy="15699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SzPts val="5000"/>
              <a:buNone/>
              <a:defRPr sz="5000"/>
            </a:lvl1pPr>
            <a:lvl2pPr lvl="1">
              <a:lnSpc>
                <a:spcPct val="90000"/>
              </a:lnSpc>
              <a:spcBef>
                <a:spcPts val="0"/>
              </a:spcBef>
              <a:spcAft>
                <a:spcPts val="0"/>
              </a:spcAft>
              <a:buSzPts val="5000"/>
              <a:buNone/>
              <a:defRPr sz="5000"/>
            </a:lvl2pPr>
            <a:lvl3pPr lvl="2">
              <a:lnSpc>
                <a:spcPct val="90000"/>
              </a:lnSpc>
              <a:spcBef>
                <a:spcPts val="0"/>
              </a:spcBef>
              <a:spcAft>
                <a:spcPts val="0"/>
              </a:spcAft>
              <a:buSzPts val="5000"/>
              <a:buNone/>
              <a:defRPr sz="5000"/>
            </a:lvl3pPr>
            <a:lvl4pPr lvl="3">
              <a:lnSpc>
                <a:spcPct val="90000"/>
              </a:lnSpc>
              <a:spcBef>
                <a:spcPts val="0"/>
              </a:spcBef>
              <a:spcAft>
                <a:spcPts val="0"/>
              </a:spcAft>
              <a:buSzPts val="5000"/>
              <a:buNone/>
              <a:defRPr sz="5000"/>
            </a:lvl4pPr>
            <a:lvl5pPr lvl="4">
              <a:lnSpc>
                <a:spcPct val="90000"/>
              </a:lnSpc>
              <a:spcBef>
                <a:spcPts val="0"/>
              </a:spcBef>
              <a:spcAft>
                <a:spcPts val="0"/>
              </a:spcAft>
              <a:buSzPts val="5000"/>
              <a:buNone/>
              <a:defRPr sz="5000"/>
            </a:lvl5pPr>
            <a:lvl6pPr lvl="5">
              <a:lnSpc>
                <a:spcPct val="90000"/>
              </a:lnSpc>
              <a:spcBef>
                <a:spcPts val="0"/>
              </a:spcBef>
              <a:spcAft>
                <a:spcPts val="0"/>
              </a:spcAft>
              <a:buSzPts val="5000"/>
              <a:buNone/>
              <a:defRPr sz="5000"/>
            </a:lvl6pPr>
            <a:lvl7pPr lvl="6">
              <a:lnSpc>
                <a:spcPct val="90000"/>
              </a:lnSpc>
              <a:spcBef>
                <a:spcPts val="0"/>
              </a:spcBef>
              <a:spcAft>
                <a:spcPts val="0"/>
              </a:spcAft>
              <a:buSzPts val="5000"/>
              <a:buNone/>
              <a:defRPr sz="5000"/>
            </a:lvl7pPr>
            <a:lvl8pPr lvl="7">
              <a:lnSpc>
                <a:spcPct val="90000"/>
              </a:lnSpc>
              <a:spcBef>
                <a:spcPts val="0"/>
              </a:spcBef>
              <a:spcAft>
                <a:spcPts val="0"/>
              </a:spcAft>
              <a:buSzPts val="5000"/>
              <a:buNone/>
              <a:defRPr sz="5000"/>
            </a:lvl8pPr>
            <a:lvl9pPr lvl="8">
              <a:lnSpc>
                <a:spcPct val="90000"/>
              </a:lnSpc>
              <a:spcBef>
                <a:spcPts val="0"/>
              </a:spcBef>
              <a:spcAft>
                <a:spcPts val="0"/>
              </a:spcAft>
              <a:buSzPts val="5000"/>
              <a:buNone/>
              <a:defRPr sz="5000"/>
            </a:lvl9pPr>
          </a:lstStyle>
          <a:p>
            <a:endParaRPr/>
          </a:p>
        </p:txBody>
      </p:sp>
      <p:sp>
        <p:nvSpPr>
          <p:cNvPr id="64" name="Google Shape;64;p14"/>
          <p:cNvSpPr txBox="1">
            <a:spLocks noGrp="1"/>
          </p:cNvSpPr>
          <p:nvPr>
            <p:ph type="subTitle" idx="1"/>
          </p:nvPr>
        </p:nvSpPr>
        <p:spPr>
          <a:xfrm>
            <a:off x="1826325" y="3252475"/>
            <a:ext cx="5494800" cy="792600"/>
          </a:xfrm>
          <a:prstGeom prst="rect">
            <a:avLst/>
          </a:prstGeom>
        </p:spPr>
        <p:txBody>
          <a:bodyPr spcFirstLastPara="1" wrap="square" lIns="91425" tIns="91425" rIns="91425" bIns="91425" anchor="t" anchorCtr="0">
            <a:spAutoFit/>
          </a:bodyPr>
          <a:lstStyle>
            <a:lvl1pPr lvl="0">
              <a:spcBef>
                <a:spcPts val="0"/>
              </a:spcBef>
              <a:spcAft>
                <a:spcPts val="0"/>
              </a:spcAft>
              <a:buSzPts val="2500"/>
              <a:buFont typeface="Inter Tight Medium"/>
              <a:buNone/>
              <a:defRPr sz="2500">
                <a:latin typeface="Inter Tight Medium"/>
                <a:ea typeface="Inter Tight Medium"/>
                <a:cs typeface="Inter Tight Medium"/>
                <a:sym typeface="Inter Tight Medium"/>
              </a:defRPr>
            </a:lvl1pPr>
            <a:lvl2pPr lvl="1">
              <a:spcBef>
                <a:spcPts val="0"/>
              </a:spcBef>
              <a:spcAft>
                <a:spcPts val="0"/>
              </a:spcAft>
              <a:buSzPts val="2500"/>
              <a:buFont typeface="Inter Tight Medium"/>
              <a:buNone/>
              <a:defRPr sz="2500">
                <a:latin typeface="Inter Tight Medium"/>
                <a:ea typeface="Inter Tight Medium"/>
                <a:cs typeface="Inter Tight Medium"/>
                <a:sym typeface="Inter Tight Medium"/>
              </a:defRPr>
            </a:lvl2pPr>
            <a:lvl3pPr lvl="2">
              <a:spcBef>
                <a:spcPts val="0"/>
              </a:spcBef>
              <a:spcAft>
                <a:spcPts val="0"/>
              </a:spcAft>
              <a:buSzPts val="2500"/>
              <a:buFont typeface="Inter Tight Medium"/>
              <a:buNone/>
              <a:defRPr sz="2500">
                <a:latin typeface="Inter Tight Medium"/>
                <a:ea typeface="Inter Tight Medium"/>
                <a:cs typeface="Inter Tight Medium"/>
                <a:sym typeface="Inter Tight Medium"/>
              </a:defRPr>
            </a:lvl3pPr>
            <a:lvl4pPr lvl="3">
              <a:spcBef>
                <a:spcPts val="0"/>
              </a:spcBef>
              <a:spcAft>
                <a:spcPts val="0"/>
              </a:spcAft>
              <a:buSzPts val="2500"/>
              <a:buFont typeface="Inter Tight Medium"/>
              <a:buNone/>
              <a:defRPr sz="2500">
                <a:latin typeface="Inter Tight Medium"/>
                <a:ea typeface="Inter Tight Medium"/>
                <a:cs typeface="Inter Tight Medium"/>
                <a:sym typeface="Inter Tight Medium"/>
              </a:defRPr>
            </a:lvl4pPr>
            <a:lvl5pPr lvl="4">
              <a:spcBef>
                <a:spcPts val="0"/>
              </a:spcBef>
              <a:spcAft>
                <a:spcPts val="0"/>
              </a:spcAft>
              <a:buSzPts val="2500"/>
              <a:buFont typeface="Inter Tight Medium"/>
              <a:buNone/>
              <a:defRPr sz="2500">
                <a:latin typeface="Inter Tight Medium"/>
                <a:ea typeface="Inter Tight Medium"/>
                <a:cs typeface="Inter Tight Medium"/>
                <a:sym typeface="Inter Tight Medium"/>
              </a:defRPr>
            </a:lvl5pPr>
            <a:lvl6pPr lvl="5">
              <a:spcBef>
                <a:spcPts val="0"/>
              </a:spcBef>
              <a:spcAft>
                <a:spcPts val="0"/>
              </a:spcAft>
              <a:buSzPts val="2500"/>
              <a:buFont typeface="Inter Tight Medium"/>
              <a:buNone/>
              <a:defRPr sz="2500">
                <a:latin typeface="Inter Tight Medium"/>
                <a:ea typeface="Inter Tight Medium"/>
                <a:cs typeface="Inter Tight Medium"/>
                <a:sym typeface="Inter Tight Medium"/>
              </a:defRPr>
            </a:lvl6pPr>
            <a:lvl7pPr lvl="6">
              <a:spcBef>
                <a:spcPts val="0"/>
              </a:spcBef>
              <a:spcAft>
                <a:spcPts val="0"/>
              </a:spcAft>
              <a:buSzPts val="2500"/>
              <a:buFont typeface="Inter Tight Medium"/>
              <a:buNone/>
              <a:defRPr sz="2500">
                <a:latin typeface="Inter Tight Medium"/>
                <a:ea typeface="Inter Tight Medium"/>
                <a:cs typeface="Inter Tight Medium"/>
                <a:sym typeface="Inter Tight Medium"/>
              </a:defRPr>
            </a:lvl7pPr>
            <a:lvl8pPr lvl="7">
              <a:spcBef>
                <a:spcPts val="0"/>
              </a:spcBef>
              <a:spcAft>
                <a:spcPts val="0"/>
              </a:spcAft>
              <a:buSzPts val="2500"/>
              <a:buFont typeface="Inter Tight Medium"/>
              <a:buNone/>
              <a:defRPr sz="2500">
                <a:latin typeface="Inter Tight Medium"/>
                <a:ea typeface="Inter Tight Medium"/>
                <a:cs typeface="Inter Tight Medium"/>
                <a:sym typeface="Inter Tight Medium"/>
              </a:defRPr>
            </a:lvl8pPr>
            <a:lvl9pPr lvl="8">
              <a:spcBef>
                <a:spcPts val="0"/>
              </a:spcBef>
              <a:spcAft>
                <a:spcPts val="0"/>
              </a:spcAft>
              <a:buSzPts val="2500"/>
              <a:buFont typeface="Inter Tight Medium"/>
              <a:buNone/>
              <a:defRPr sz="2500">
                <a:latin typeface="Inter Tight Medium"/>
                <a:ea typeface="Inter Tight Medium"/>
                <a:cs typeface="Inter Tight Medium"/>
                <a:sym typeface="Inter Tight Medium"/>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7" name="Google Shape;6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p:cSld name="TITLE_AND_BODY_1_1">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0" name="Google Shape;70;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71" name="Google Shape;71;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_1">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4" name="Google Shape;74;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5" name="Google Shape;75;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Shape 77"/>
        <p:cNvGrpSpPr/>
        <p:nvPr/>
      </p:nvGrpSpPr>
      <p:grpSpPr>
        <a:xfrm>
          <a:off x="0" y="0"/>
          <a:ext cx="0" cy="0"/>
          <a:chOff x="0" y="0"/>
          <a:chExt cx="0" cy="0"/>
        </a:xfrm>
      </p:grpSpPr>
      <p:sp>
        <p:nvSpPr>
          <p:cNvPr id="78" name="Google Shape;7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 name="Google Shape;79;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_1_3">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2" name="Google Shape;82;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3" name="Google Shape;8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_1_1">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86" name="Google Shape;8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_1">
    <p:spTree>
      <p:nvGrpSpPr>
        <p:cNvPr id="1" name="Shape 87"/>
        <p:cNvGrpSpPr/>
        <p:nvPr/>
      </p:nvGrpSpPr>
      <p:grpSpPr>
        <a:xfrm>
          <a:off x="0" y="0"/>
          <a:ext cx="0" cy="0"/>
          <a:chOff x="0" y="0"/>
          <a:chExt cx="0" cy="0"/>
        </a:xfrm>
      </p:grpSpPr>
      <p:sp>
        <p:nvSpPr>
          <p:cNvPr id="88" name="Google Shape;88;p21"/>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90" name="Google Shape;90;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91" name="Google Shape;91;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36550">
              <a:spcBef>
                <a:spcPts val="0"/>
              </a:spcBef>
              <a:spcAft>
                <a:spcPts val="0"/>
              </a:spcAft>
              <a:buClr>
                <a:schemeClr val="lt1"/>
              </a:buClr>
              <a:buSzPts val="1700"/>
              <a:buChar char="●"/>
              <a:defRPr>
                <a:solidFill>
                  <a:schemeClr val="lt1"/>
                </a:solidFill>
              </a:defRPr>
            </a:lvl1pPr>
            <a:lvl2pPr marL="914400" lvl="1" indent="-336550">
              <a:spcBef>
                <a:spcPts val="0"/>
              </a:spcBef>
              <a:spcAft>
                <a:spcPts val="0"/>
              </a:spcAft>
              <a:buClr>
                <a:schemeClr val="lt1"/>
              </a:buClr>
              <a:buSzPts val="1700"/>
              <a:buChar char="○"/>
              <a:defRPr>
                <a:solidFill>
                  <a:schemeClr val="lt1"/>
                </a:solidFill>
              </a:defRPr>
            </a:lvl2pPr>
            <a:lvl3pPr marL="1371600" lvl="2" indent="-336550">
              <a:spcBef>
                <a:spcPts val="0"/>
              </a:spcBef>
              <a:spcAft>
                <a:spcPts val="0"/>
              </a:spcAft>
              <a:buClr>
                <a:schemeClr val="lt1"/>
              </a:buClr>
              <a:buSzPts val="1700"/>
              <a:buChar char="■"/>
              <a:defRPr>
                <a:solidFill>
                  <a:schemeClr val="lt1"/>
                </a:solidFill>
              </a:defRPr>
            </a:lvl3pPr>
            <a:lvl4pPr marL="1828800" lvl="3" indent="-336550">
              <a:spcBef>
                <a:spcPts val="0"/>
              </a:spcBef>
              <a:spcAft>
                <a:spcPts val="0"/>
              </a:spcAft>
              <a:buClr>
                <a:schemeClr val="lt1"/>
              </a:buClr>
              <a:buSzPts val="1700"/>
              <a:buChar char="●"/>
              <a:defRPr>
                <a:solidFill>
                  <a:schemeClr val="lt1"/>
                </a:solidFill>
              </a:defRPr>
            </a:lvl4pPr>
            <a:lvl5pPr marL="2286000" lvl="4" indent="-336550">
              <a:spcBef>
                <a:spcPts val="0"/>
              </a:spcBef>
              <a:spcAft>
                <a:spcPts val="0"/>
              </a:spcAft>
              <a:buClr>
                <a:schemeClr val="lt1"/>
              </a:buClr>
              <a:buSzPts val="1700"/>
              <a:buChar char="○"/>
              <a:defRPr>
                <a:solidFill>
                  <a:schemeClr val="lt1"/>
                </a:solidFill>
              </a:defRPr>
            </a:lvl5pPr>
            <a:lvl6pPr marL="2743200" lvl="5" indent="-336550">
              <a:spcBef>
                <a:spcPts val="0"/>
              </a:spcBef>
              <a:spcAft>
                <a:spcPts val="0"/>
              </a:spcAft>
              <a:buClr>
                <a:schemeClr val="lt1"/>
              </a:buClr>
              <a:buSzPts val="1700"/>
              <a:buChar char="■"/>
              <a:defRPr>
                <a:solidFill>
                  <a:schemeClr val="lt1"/>
                </a:solidFill>
              </a:defRPr>
            </a:lvl6pPr>
            <a:lvl7pPr marL="3200400" lvl="6" indent="-336550">
              <a:spcBef>
                <a:spcPts val="0"/>
              </a:spcBef>
              <a:spcAft>
                <a:spcPts val="0"/>
              </a:spcAft>
              <a:buClr>
                <a:schemeClr val="lt1"/>
              </a:buClr>
              <a:buSzPts val="1700"/>
              <a:buChar char="●"/>
              <a:defRPr>
                <a:solidFill>
                  <a:schemeClr val="lt1"/>
                </a:solidFill>
              </a:defRPr>
            </a:lvl7pPr>
            <a:lvl8pPr marL="3657600" lvl="7" indent="-336550">
              <a:spcBef>
                <a:spcPts val="0"/>
              </a:spcBef>
              <a:spcAft>
                <a:spcPts val="0"/>
              </a:spcAft>
              <a:buClr>
                <a:schemeClr val="lt1"/>
              </a:buClr>
              <a:buSzPts val="1700"/>
              <a:buChar char="○"/>
              <a:defRPr>
                <a:solidFill>
                  <a:schemeClr val="lt1"/>
                </a:solidFill>
              </a:defRPr>
            </a:lvl8pPr>
            <a:lvl9pPr marL="4114800" lvl="8" indent="-336550">
              <a:spcBef>
                <a:spcPts val="0"/>
              </a:spcBef>
              <a:spcAft>
                <a:spcPts val="0"/>
              </a:spcAft>
              <a:buClr>
                <a:schemeClr val="lt1"/>
              </a:buClr>
              <a:buSzPts val="1700"/>
              <a:buChar char="■"/>
              <a:defRPr>
                <a:solidFill>
                  <a:schemeClr val="lt1"/>
                </a:solidFill>
              </a:defRPr>
            </a:lvl9pPr>
          </a:lstStyle>
          <a:p>
            <a:endParaRPr/>
          </a:p>
        </p:txBody>
      </p:sp>
      <p:sp>
        <p:nvSpPr>
          <p:cNvPr id="92" name="Google Shape;92;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_1_1">
    <p:spTree>
      <p:nvGrpSpPr>
        <p:cNvPr id="1" name="Shape 93"/>
        <p:cNvGrpSpPr/>
        <p:nvPr/>
      </p:nvGrpSpPr>
      <p:grpSpPr>
        <a:xfrm>
          <a:off x="0" y="0"/>
          <a:ext cx="0" cy="0"/>
          <a:chOff x="0" y="0"/>
          <a:chExt cx="0" cy="0"/>
        </a:xfrm>
      </p:grpSpPr>
      <p:sp>
        <p:nvSpPr>
          <p:cNvPr id="94" name="Google Shape;94;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spcBef>
                <a:spcPts val="0"/>
              </a:spcBef>
              <a:spcAft>
                <a:spcPts val="0"/>
              </a:spcAft>
              <a:buSzPts val="1700"/>
              <a:buNone/>
              <a:defRPr/>
            </a:lvl1pPr>
          </a:lstStyle>
          <a:p>
            <a:endParaRPr/>
          </a:p>
        </p:txBody>
      </p:sp>
      <p:sp>
        <p:nvSpPr>
          <p:cNvPr id="95" name="Google Shape;95;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_1">
    <p:spTree>
      <p:nvGrpSpPr>
        <p:cNvPr id="1" name="Shape 96"/>
        <p:cNvGrpSpPr/>
        <p:nvPr/>
      </p:nvGrpSpPr>
      <p:grpSpPr>
        <a:xfrm>
          <a:off x="0" y="0"/>
          <a:ext cx="0" cy="0"/>
          <a:chOff x="0" y="0"/>
          <a:chExt cx="0" cy="0"/>
        </a:xfrm>
      </p:grpSpPr>
      <p:sp>
        <p:nvSpPr>
          <p:cNvPr id="97" name="Google Shape;97;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8" name="Google Shape;98;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36550" algn="ctr">
              <a:spcBef>
                <a:spcPts val="0"/>
              </a:spcBef>
              <a:spcAft>
                <a:spcPts val="0"/>
              </a:spcAft>
              <a:buSzPts val="1700"/>
              <a:buChar char="●"/>
              <a:defRPr/>
            </a:lvl1pPr>
            <a:lvl2pPr marL="914400" lvl="1" indent="-336550" algn="ctr">
              <a:spcBef>
                <a:spcPts val="0"/>
              </a:spcBef>
              <a:spcAft>
                <a:spcPts val="0"/>
              </a:spcAft>
              <a:buSzPts val="1700"/>
              <a:buChar char="○"/>
              <a:defRPr/>
            </a:lvl2pPr>
            <a:lvl3pPr marL="1371600" lvl="2" indent="-336550" algn="ctr">
              <a:spcBef>
                <a:spcPts val="0"/>
              </a:spcBef>
              <a:spcAft>
                <a:spcPts val="0"/>
              </a:spcAft>
              <a:buSzPts val="1700"/>
              <a:buChar char="■"/>
              <a:defRPr/>
            </a:lvl3pPr>
            <a:lvl4pPr marL="1828800" lvl="3" indent="-336550" algn="ctr">
              <a:spcBef>
                <a:spcPts val="0"/>
              </a:spcBef>
              <a:spcAft>
                <a:spcPts val="0"/>
              </a:spcAft>
              <a:buSzPts val="1700"/>
              <a:buChar char="●"/>
              <a:defRPr/>
            </a:lvl4pPr>
            <a:lvl5pPr marL="2286000" lvl="4" indent="-336550" algn="ctr">
              <a:spcBef>
                <a:spcPts val="0"/>
              </a:spcBef>
              <a:spcAft>
                <a:spcPts val="0"/>
              </a:spcAft>
              <a:buSzPts val="1700"/>
              <a:buChar char="○"/>
              <a:defRPr/>
            </a:lvl5pPr>
            <a:lvl6pPr marL="2743200" lvl="5" indent="-336550" algn="ctr">
              <a:spcBef>
                <a:spcPts val="0"/>
              </a:spcBef>
              <a:spcAft>
                <a:spcPts val="0"/>
              </a:spcAft>
              <a:buSzPts val="1700"/>
              <a:buChar char="■"/>
              <a:defRPr/>
            </a:lvl6pPr>
            <a:lvl7pPr marL="3200400" lvl="6" indent="-336550" algn="ctr">
              <a:spcBef>
                <a:spcPts val="0"/>
              </a:spcBef>
              <a:spcAft>
                <a:spcPts val="0"/>
              </a:spcAft>
              <a:buSzPts val="1700"/>
              <a:buChar char="●"/>
              <a:defRPr/>
            </a:lvl7pPr>
            <a:lvl8pPr marL="3657600" lvl="7" indent="-336550" algn="ctr">
              <a:spcBef>
                <a:spcPts val="0"/>
              </a:spcBef>
              <a:spcAft>
                <a:spcPts val="0"/>
              </a:spcAft>
              <a:buSzPts val="1700"/>
              <a:buChar char="○"/>
              <a:defRPr/>
            </a:lvl8pPr>
            <a:lvl9pPr marL="4114800" lvl="8" indent="-336550" algn="ctr">
              <a:spcBef>
                <a:spcPts val="0"/>
              </a:spcBef>
              <a:spcAft>
                <a:spcPts val="0"/>
              </a:spcAft>
              <a:buSzPts val="1700"/>
              <a:buChar char="■"/>
              <a:defRPr/>
            </a:lvl9pPr>
          </a:lstStyle>
          <a:p>
            <a:endParaRPr/>
          </a:p>
        </p:txBody>
      </p:sp>
      <p:sp>
        <p:nvSpPr>
          <p:cNvPr id="99" name="Google Shape;99;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p:cSld name="BLANK_1">
    <p:spTree>
      <p:nvGrpSpPr>
        <p:cNvPr id="1" name="Shape 100"/>
        <p:cNvGrpSpPr/>
        <p:nvPr/>
      </p:nvGrpSpPr>
      <p:grpSpPr>
        <a:xfrm>
          <a:off x="0" y="0"/>
          <a:ext cx="0" cy="0"/>
          <a:chOff x="0" y="0"/>
          <a:chExt cx="0" cy="0"/>
        </a:xfrm>
      </p:grpSpPr>
      <p:sp>
        <p:nvSpPr>
          <p:cNvPr id="101" name="Google Shape;101;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Agenda">
  <p:cSld name="CUSTOM_7_1">
    <p:spTree>
      <p:nvGrpSpPr>
        <p:cNvPr id="1" name="Shape 102"/>
        <p:cNvGrpSpPr/>
        <p:nvPr/>
      </p:nvGrpSpPr>
      <p:grpSpPr>
        <a:xfrm>
          <a:off x="0" y="0"/>
          <a:ext cx="0" cy="0"/>
          <a:chOff x="0" y="0"/>
          <a:chExt cx="0" cy="0"/>
        </a:xfrm>
      </p:grpSpPr>
      <p:sp>
        <p:nvSpPr>
          <p:cNvPr id="103" name="Google Shape;103;p25"/>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sp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25"/>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6" name="Google Shape;106;p25"/>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7" name="Google Shape;107;p25"/>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8" name="Google Shape;108;p25"/>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09" name="Google Shape;109;p25"/>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10" name="Google Shape;110;p25"/>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body and image">
  <p:cSld name="CUSTOM_8_1">
    <p:spTree>
      <p:nvGrpSpPr>
        <p:cNvPr id="1" name="Shape 111"/>
        <p:cNvGrpSpPr/>
        <p:nvPr/>
      </p:nvGrpSpPr>
      <p:grpSpPr>
        <a:xfrm>
          <a:off x="0" y="0"/>
          <a:ext cx="0" cy="0"/>
          <a:chOff x="0" y="0"/>
          <a:chExt cx="0" cy="0"/>
        </a:xfrm>
      </p:grpSpPr>
      <p:sp>
        <p:nvSpPr>
          <p:cNvPr id="112" name="Google Shape;112;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3" name="Google Shape;113;p26"/>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14" name="Google Shape;114;p26"/>
          <p:cNvSpPr>
            <a:spLocks noGrp="1"/>
          </p:cNvSpPr>
          <p:nvPr>
            <p:ph type="pic" idx="2"/>
          </p:nvPr>
        </p:nvSpPr>
        <p:spPr>
          <a:xfrm>
            <a:off x="4992024" y="1152775"/>
            <a:ext cx="3840300" cy="3416400"/>
          </a:xfrm>
          <a:prstGeom prst="rect">
            <a:avLst/>
          </a:prstGeom>
          <a:noFill/>
          <a:ln>
            <a:noFill/>
          </a:ln>
        </p:spPr>
      </p:sp>
      <p:sp>
        <p:nvSpPr>
          <p:cNvPr id="115" name="Google Shape;115;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big ideas">
  <p:cSld name="CUSTOM_1">
    <p:spTree>
      <p:nvGrpSpPr>
        <p:cNvPr id="1" name="Shape 116"/>
        <p:cNvGrpSpPr/>
        <p:nvPr/>
      </p:nvGrpSpPr>
      <p:grpSpPr>
        <a:xfrm>
          <a:off x="0" y="0"/>
          <a:ext cx="0" cy="0"/>
          <a:chOff x="0" y="0"/>
          <a:chExt cx="0" cy="0"/>
        </a:xfrm>
      </p:grpSpPr>
      <p:sp>
        <p:nvSpPr>
          <p:cNvPr id="117" name="Google Shape;11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8" name="Google Shape;118;p2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19" name="Google Shape;119;p27"/>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20" name="Google Shape;120;p27"/>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21" name="Google Shape;121;p27"/>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22" name="Google Shape;122;p27"/>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 big ideas">
  <p:cSld name="CUSTOM_2_2">
    <p:spTree>
      <p:nvGrpSpPr>
        <p:cNvPr id="1" name="Shape 123"/>
        <p:cNvGrpSpPr/>
        <p:nvPr/>
      </p:nvGrpSpPr>
      <p:grpSpPr>
        <a:xfrm>
          <a:off x="0" y="0"/>
          <a:ext cx="0" cy="0"/>
          <a:chOff x="0" y="0"/>
          <a:chExt cx="0" cy="0"/>
        </a:xfrm>
      </p:grpSpPr>
      <p:sp>
        <p:nvSpPr>
          <p:cNvPr id="124" name="Google Shape;124;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25" name="Google Shape;125;p28"/>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26" name="Google Shape;126;p28"/>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27" name="Google Shape;127;p28"/>
          <p:cNvSpPr txBox="1">
            <a:spLocks noGrp="1"/>
          </p:cNvSpPr>
          <p:nvPr>
            <p:ph type="body" idx="3"/>
          </p:nvPr>
        </p:nvSpPr>
        <p:spPr>
          <a:xfrm>
            <a:off x="6212275" y="2417500"/>
            <a:ext cx="2455500" cy="23736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28" name="Google Shape;128;p28"/>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29" name="Google Shape;129;p28"/>
          <p:cNvSpPr txBox="1">
            <a:spLocks noGrp="1"/>
          </p:cNvSpPr>
          <p:nvPr>
            <p:ph type="subTitle" idx="4"/>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0" name="Google Shape;130;p28"/>
          <p:cNvSpPr txBox="1">
            <a:spLocks noGrp="1"/>
          </p:cNvSpPr>
          <p:nvPr>
            <p:ph type="subTitle" idx="5"/>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31" name="Google Shape;131;p28"/>
          <p:cNvSpPr txBox="1">
            <a:spLocks noGrp="1"/>
          </p:cNvSpPr>
          <p:nvPr>
            <p:ph type="subTitle" idx="6"/>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Four big ideas">
  <p:cSld name="CUSTOM_3_1">
    <p:spTree>
      <p:nvGrpSpPr>
        <p:cNvPr id="1" name="Shape 132"/>
        <p:cNvGrpSpPr/>
        <p:nvPr/>
      </p:nvGrpSpPr>
      <p:grpSpPr>
        <a:xfrm>
          <a:off x="0" y="0"/>
          <a:ext cx="0" cy="0"/>
          <a:chOff x="0" y="0"/>
          <a:chExt cx="0" cy="0"/>
        </a:xfrm>
      </p:grpSpPr>
      <p:sp>
        <p:nvSpPr>
          <p:cNvPr id="133" name="Google Shape;13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4" name="Google Shape;134;p29"/>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35" name="Google Shape;135;p29"/>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36" name="Google Shape;136;p29"/>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37" name="Google Shape;137;p29"/>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138" name="Google Shape;138;p29"/>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39" name="Google Shape;139;p29"/>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40" name="Google Shape;140;p29"/>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41" name="Google Shape;141;p29"/>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142" name="Google Shape;142;p29"/>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image">
  <p:cSld name="TITLE_ONLY_1_1">
    <p:spTree>
      <p:nvGrpSpPr>
        <p:cNvPr id="1" name="Shape 143"/>
        <p:cNvGrpSpPr/>
        <p:nvPr/>
      </p:nvGrpSpPr>
      <p:grpSpPr>
        <a:xfrm>
          <a:off x="0" y="0"/>
          <a:ext cx="0" cy="0"/>
          <a:chOff x="0" y="0"/>
          <a:chExt cx="0" cy="0"/>
        </a:xfrm>
      </p:grpSpPr>
      <p:sp>
        <p:nvSpPr>
          <p:cNvPr id="144" name="Google Shape;144;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45" name="Google Shape;145;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30"/>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storyboards">
  <p:cSld name="CUSTOM_4_1">
    <p:spTree>
      <p:nvGrpSpPr>
        <p:cNvPr id="1" name="Shape 147"/>
        <p:cNvGrpSpPr/>
        <p:nvPr/>
      </p:nvGrpSpPr>
      <p:grpSpPr>
        <a:xfrm>
          <a:off x="0" y="0"/>
          <a:ext cx="0" cy="0"/>
          <a:chOff x="0" y="0"/>
          <a:chExt cx="0" cy="0"/>
        </a:xfrm>
      </p:grpSpPr>
      <p:sp>
        <p:nvSpPr>
          <p:cNvPr id="148" name="Google Shape;148;p31"/>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49" name="Google Shape;149;p31"/>
          <p:cNvSpPr>
            <a:spLocks noGrp="1"/>
          </p:cNvSpPr>
          <p:nvPr>
            <p:ph type="pic" idx="2"/>
          </p:nvPr>
        </p:nvSpPr>
        <p:spPr>
          <a:xfrm>
            <a:off x="4804825" y="1133300"/>
            <a:ext cx="4027500" cy="2392800"/>
          </a:xfrm>
          <a:prstGeom prst="rect">
            <a:avLst/>
          </a:prstGeom>
          <a:noFill/>
          <a:ln>
            <a:noFill/>
          </a:ln>
        </p:spPr>
      </p:sp>
      <p:sp>
        <p:nvSpPr>
          <p:cNvPr id="150" name="Google Shape;150;p31"/>
          <p:cNvSpPr>
            <a:spLocks noGrp="1"/>
          </p:cNvSpPr>
          <p:nvPr>
            <p:ph type="pic" idx="3"/>
          </p:nvPr>
        </p:nvSpPr>
        <p:spPr>
          <a:xfrm>
            <a:off x="311725" y="1133300"/>
            <a:ext cx="4027500" cy="2392800"/>
          </a:xfrm>
          <a:prstGeom prst="rect">
            <a:avLst/>
          </a:prstGeom>
          <a:noFill/>
          <a:ln>
            <a:noFill/>
          </a:ln>
        </p:spPr>
      </p:sp>
      <p:sp>
        <p:nvSpPr>
          <p:cNvPr id="151" name="Google Shape;151;p31"/>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2" name="Google Shape;152;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53" name="Google Shape;153;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54" name="Google Shape;154;p31"/>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55" name="Google Shape;155;p31"/>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storyboards">
  <p:cSld name="CUSTOM_4_1_1">
    <p:spTree>
      <p:nvGrpSpPr>
        <p:cNvPr id="1" name="Shape 156"/>
        <p:cNvGrpSpPr/>
        <p:nvPr/>
      </p:nvGrpSpPr>
      <p:grpSpPr>
        <a:xfrm>
          <a:off x="0" y="0"/>
          <a:ext cx="0" cy="0"/>
          <a:chOff x="0" y="0"/>
          <a:chExt cx="0" cy="0"/>
        </a:xfrm>
      </p:grpSpPr>
      <p:sp>
        <p:nvSpPr>
          <p:cNvPr id="157" name="Google Shape;157;p32"/>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58" name="Google Shape;158;p32"/>
          <p:cNvSpPr>
            <a:spLocks noGrp="1"/>
          </p:cNvSpPr>
          <p:nvPr>
            <p:ph type="pic" idx="2"/>
          </p:nvPr>
        </p:nvSpPr>
        <p:spPr>
          <a:xfrm>
            <a:off x="6205225" y="1128325"/>
            <a:ext cx="2627100" cy="2273100"/>
          </a:xfrm>
          <a:prstGeom prst="rect">
            <a:avLst/>
          </a:prstGeom>
          <a:noFill/>
          <a:ln>
            <a:noFill/>
          </a:ln>
        </p:spPr>
      </p:sp>
      <p:sp>
        <p:nvSpPr>
          <p:cNvPr id="159" name="Google Shape;159;p32"/>
          <p:cNvSpPr>
            <a:spLocks noGrp="1"/>
          </p:cNvSpPr>
          <p:nvPr>
            <p:ph type="pic" idx="3"/>
          </p:nvPr>
        </p:nvSpPr>
        <p:spPr>
          <a:xfrm>
            <a:off x="311725" y="1128325"/>
            <a:ext cx="2627100" cy="2273100"/>
          </a:xfrm>
          <a:prstGeom prst="rect">
            <a:avLst/>
          </a:prstGeom>
          <a:noFill/>
          <a:ln>
            <a:noFill/>
          </a:ln>
        </p:spPr>
      </p:sp>
      <p:sp>
        <p:nvSpPr>
          <p:cNvPr id="160" name="Google Shape;160;p32"/>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1" name="Google Shape;161;p32"/>
          <p:cNvSpPr>
            <a:spLocks noGrp="1"/>
          </p:cNvSpPr>
          <p:nvPr>
            <p:ph type="pic" idx="5"/>
          </p:nvPr>
        </p:nvSpPr>
        <p:spPr>
          <a:xfrm>
            <a:off x="3255250" y="1128325"/>
            <a:ext cx="2627100" cy="2273100"/>
          </a:xfrm>
          <a:prstGeom prst="rect">
            <a:avLst/>
          </a:prstGeom>
          <a:noFill/>
          <a:ln>
            <a:noFill/>
          </a:ln>
        </p:spPr>
      </p:sp>
      <p:sp>
        <p:nvSpPr>
          <p:cNvPr id="162" name="Google Shape;162;p32"/>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63" name="Google Shape;163;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4" name="Google Shape;16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5" name="Google Shape;165;p32"/>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6" name="Google Shape;166;p32"/>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7" name="Google Shape;167;p32"/>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7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 only">
  <p:cSld name="CUSTOM_5_1">
    <p:spTree>
      <p:nvGrpSpPr>
        <p:cNvPr id="1" name="Shape 168"/>
        <p:cNvGrpSpPr/>
        <p:nvPr/>
      </p:nvGrpSpPr>
      <p:grpSpPr>
        <a:xfrm>
          <a:off x="0" y="0"/>
          <a:ext cx="0" cy="0"/>
          <a:chOff x="0" y="0"/>
          <a:chExt cx="0" cy="0"/>
        </a:xfrm>
      </p:grpSpPr>
      <p:sp>
        <p:nvSpPr>
          <p:cNvPr id="169" name="Google Shape;169;p33"/>
          <p:cNvSpPr>
            <a:spLocks noGrp="1"/>
          </p:cNvSpPr>
          <p:nvPr>
            <p:ph type="pic" idx="2"/>
          </p:nvPr>
        </p:nvSpPr>
        <p:spPr>
          <a:xfrm>
            <a:off x="311700" y="445025"/>
            <a:ext cx="8520600" cy="4218300"/>
          </a:xfrm>
          <a:prstGeom prst="rect">
            <a:avLst/>
          </a:prstGeom>
          <a:noFill/>
          <a:ln>
            <a:noFill/>
          </a:ln>
        </p:spPr>
      </p:sp>
      <p:sp>
        <p:nvSpPr>
          <p:cNvPr id="170" name="Google Shape;170;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Image grid">
  <p:cSld name="CUSTOM_6_1">
    <p:spTree>
      <p:nvGrpSpPr>
        <p:cNvPr id="1" name="Shape 171"/>
        <p:cNvGrpSpPr/>
        <p:nvPr/>
      </p:nvGrpSpPr>
      <p:grpSpPr>
        <a:xfrm>
          <a:off x="0" y="0"/>
          <a:ext cx="0" cy="0"/>
          <a:chOff x="0" y="0"/>
          <a:chExt cx="0" cy="0"/>
        </a:xfrm>
      </p:grpSpPr>
      <p:sp>
        <p:nvSpPr>
          <p:cNvPr id="172" name="Google Shape;172;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3" name="Google Shape;173;p34"/>
          <p:cNvSpPr>
            <a:spLocks noGrp="1"/>
          </p:cNvSpPr>
          <p:nvPr>
            <p:ph type="pic" idx="2"/>
          </p:nvPr>
        </p:nvSpPr>
        <p:spPr>
          <a:xfrm>
            <a:off x="3389600" y="118913"/>
            <a:ext cx="1643700" cy="1535100"/>
          </a:xfrm>
          <a:prstGeom prst="rect">
            <a:avLst/>
          </a:prstGeom>
          <a:noFill/>
          <a:ln>
            <a:noFill/>
          </a:ln>
        </p:spPr>
      </p:sp>
      <p:sp>
        <p:nvSpPr>
          <p:cNvPr id="174" name="Google Shape;174;p34"/>
          <p:cNvSpPr>
            <a:spLocks noGrp="1"/>
          </p:cNvSpPr>
          <p:nvPr>
            <p:ph type="pic" idx="3"/>
          </p:nvPr>
        </p:nvSpPr>
        <p:spPr>
          <a:xfrm>
            <a:off x="5195935" y="118913"/>
            <a:ext cx="1643700" cy="1535100"/>
          </a:xfrm>
          <a:prstGeom prst="rect">
            <a:avLst/>
          </a:prstGeom>
          <a:noFill/>
          <a:ln>
            <a:noFill/>
          </a:ln>
        </p:spPr>
      </p:sp>
      <p:sp>
        <p:nvSpPr>
          <p:cNvPr id="175" name="Google Shape;175;p34"/>
          <p:cNvSpPr>
            <a:spLocks noGrp="1"/>
          </p:cNvSpPr>
          <p:nvPr>
            <p:ph type="pic" idx="4"/>
          </p:nvPr>
        </p:nvSpPr>
        <p:spPr>
          <a:xfrm>
            <a:off x="7002270" y="118913"/>
            <a:ext cx="1643700" cy="1535100"/>
          </a:xfrm>
          <a:prstGeom prst="rect">
            <a:avLst/>
          </a:prstGeom>
          <a:noFill/>
          <a:ln>
            <a:noFill/>
          </a:ln>
        </p:spPr>
      </p:sp>
      <p:sp>
        <p:nvSpPr>
          <p:cNvPr id="176" name="Google Shape;176;p34"/>
          <p:cNvSpPr>
            <a:spLocks noGrp="1"/>
          </p:cNvSpPr>
          <p:nvPr>
            <p:ph type="pic" idx="5"/>
          </p:nvPr>
        </p:nvSpPr>
        <p:spPr>
          <a:xfrm>
            <a:off x="3389588" y="1804212"/>
            <a:ext cx="1643700" cy="1535100"/>
          </a:xfrm>
          <a:prstGeom prst="rect">
            <a:avLst/>
          </a:prstGeom>
          <a:noFill/>
          <a:ln>
            <a:noFill/>
          </a:ln>
        </p:spPr>
      </p:sp>
      <p:sp>
        <p:nvSpPr>
          <p:cNvPr id="177" name="Google Shape;177;p34"/>
          <p:cNvSpPr>
            <a:spLocks noGrp="1"/>
          </p:cNvSpPr>
          <p:nvPr>
            <p:ph type="pic" idx="6"/>
          </p:nvPr>
        </p:nvSpPr>
        <p:spPr>
          <a:xfrm>
            <a:off x="5195922" y="1804212"/>
            <a:ext cx="1643700" cy="1535100"/>
          </a:xfrm>
          <a:prstGeom prst="rect">
            <a:avLst/>
          </a:prstGeom>
          <a:noFill/>
          <a:ln>
            <a:noFill/>
          </a:ln>
        </p:spPr>
      </p:sp>
      <p:sp>
        <p:nvSpPr>
          <p:cNvPr id="178" name="Google Shape;178;p34"/>
          <p:cNvSpPr>
            <a:spLocks noGrp="1"/>
          </p:cNvSpPr>
          <p:nvPr>
            <p:ph type="pic" idx="7"/>
          </p:nvPr>
        </p:nvSpPr>
        <p:spPr>
          <a:xfrm>
            <a:off x="7002257" y="1804212"/>
            <a:ext cx="1643700" cy="1535100"/>
          </a:xfrm>
          <a:prstGeom prst="rect">
            <a:avLst/>
          </a:prstGeom>
          <a:noFill/>
          <a:ln>
            <a:noFill/>
          </a:ln>
        </p:spPr>
      </p:sp>
      <p:sp>
        <p:nvSpPr>
          <p:cNvPr id="179" name="Google Shape;179;p34"/>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0" name="Google Shape;180;p34"/>
          <p:cNvSpPr>
            <a:spLocks noGrp="1"/>
          </p:cNvSpPr>
          <p:nvPr>
            <p:ph type="pic" idx="8"/>
          </p:nvPr>
        </p:nvSpPr>
        <p:spPr>
          <a:xfrm>
            <a:off x="3389588" y="3489487"/>
            <a:ext cx="1643700" cy="1535100"/>
          </a:xfrm>
          <a:prstGeom prst="rect">
            <a:avLst/>
          </a:prstGeom>
          <a:noFill/>
          <a:ln>
            <a:noFill/>
          </a:ln>
        </p:spPr>
      </p:sp>
      <p:sp>
        <p:nvSpPr>
          <p:cNvPr id="181" name="Google Shape;181;p34"/>
          <p:cNvSpPr>
            <a:spLocks noGrp="1"/>
          </p:cNvSpPr>
          <p:nvPr>
            <p:ph type="pic" idx="9"/>
          </p:nvPr>
        </p:nvSpPr>
        <p:spPr>
          <a:xfrm>
            <a:off x="5195922" y="3489487"/>
            <a:ext cx="1643700" cy="1535100"/>
          </a:xfrm>
          <a:prstGeom prst="rect">
            <a:avLst/>
          </a:prstGeom>
          <a:noFill/>
          <a:ln>
            <a:noFill/>
          </a:ln>
        </p:spPr>
      </p:sp>
      <p:sp>
        <p:nvSpPr>
          <p:cNvPr id="182" name="Google Shape;182;p34"/>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able of contents" type="secHead">
  <p:cSld name="SECTION_HEADER">
    <p:bg>
      <p:bgPr>
        <a:solidFill>
          <a:schemeClr val="lt1"/>
        </a:solidFill>
        <a:effectLst/>
      </p:bgPr>
    </p:bg>
    <p:spTree>
      <p:nvGrpSpPr>
        <p:cNvPr id="1" name="Shape 183"/>
        <p:cNvGrpSpPr/>
        <p:nvPr/>
      </p:nvGrpSpPr>
      <p:grpSpPr>
        <a:xfrm>
          <a:off x="0" y="0"/>
          <a:ext cx="0" cy="0"/>
          <a:chOff x="0" y="0"/>
          <a:chExt cx="0" cy="0"/>
        </a:xfrm>
      </p:grpSpPr>
      <p:grpSp>
        <p:nvGrpSpPr>
          <p:cNvPr id="184" name="Google Shape;184;p35"/>
          <p:cNvGrpSpPr/>
          <p:nvPr/>
        </p:nvGrpSpPr>
        <p:grpSpPr>
          <a:xfrm>
            <a:off x="75" y="256675"/>
            <a:ext cx="3798141" cy="1190474"/>
            <a:chOff x="75" y="256675"/>
            <a:chExt cx="3798141" cy="1190474"/>
          </a:xfrm>
        </p:grpSpPr>
        <p:sp>
          <p:nvSpPr>
            <p:cNvPr id="185" name="Google Shape;185;p35"/>
            <p:cNvSpPr/>
            <p:nvPr/>
          </p:nvSpPr>
          <p:spPr>
            <a:xfrm rot="10800000" flipH="1">
              <a:off x="75" y="256675"/>
              <a:ext cx="3798000" cy="1190400"/>
            </a:xfrm>
            <a:prstGeom prst="snip1Rect">
              <a:avLst>
                <a:gd name="adj" fmla="val 35102"/>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a:ea typeface="Inter Tight"/>
                <a:cs typeface="Inter Tight"/>
                <a:sym typeface="Inter Tight"/>
              </a:endParaRPr>
            </a:p>
          </p:txBody>
        </p:sp>
        <p:sp>
          <p:nvSpPr>
            <p:cNvPr id="186" name="Google Shape;186;p35"/>
            <p:cNvSpPr/>
            <p:nvPr/>
          </p:nvSpPr>
          <p:spPr>
            <a:xfrm rot="-10795068" flipH="1">
              <a:off x="3380016" y="1028349"/>
              <a:ext cx="418200" cy="418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187" name="Google Shape;187;p35"/>
          <p:cNvSpPr txBox="1">
            <a:spLocks noGrp="1"/>
          </p:cNvSpPr>
          <p:nvPr>
            <p:ph type="title"/>
          </p:nvPr>
        </p:nvSpPr>
        <p:spPr>
          <a:xfrm>
            <a:off x="333925" y="544250"/>
            <a:ext cx="3039900" cy="7212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88" name="Google Shape;188;p35"/>
          <p:cNvSpPr txBox="1">
            <a:spLocks noGrp="1"/>
          </p:cNvSpPr>
          <p:nvPr>
            <p:ph type="subTitle" idx="1"/>
          </p:nvPr>
        </p:nvSpPr>
        <p:spPr>
          <a:xfrm>
            <a:off x="1149126" y="2348550"/>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89" name="Google Shape;189;p35"/>
          <p:cNvSpPr txBox="1">
            <a:spLocks noGrp="1"/>
          </p:cNvSpPr>
          <p:nvPr>
            <p:ph type="subTitle" idx="2"/>
          </p:nvPr>
        </p:nvSpPr>
        <p:spPr>
          <a:xfrm>
            <a:off x="1149126" y="2802869"/>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90" name="Google Shape;190;p35"/>
          <p:cNvSpPr txBox="1">
            <a:spLocks noGrp="1"/>
          </p:cNvSpPr>
          <p:nvPr>
            <p:ph type="subTitle" idx="3"/>
          </p:nvPr>
        </p:nvSpPr>
        <p:spPr>
          <a:xfrm>
            <a:off x="1149126" y="3257187"/>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91" name="Google Shape;191;p35"/>
          <p:cNvSpPr txBox="1">
            <a:spLocks noGrp="1"/>
          </p:cNvSpPr>
          <p:nvPr>
            <p:ph type="subTitle" idx="4"/>
          </p:nvPr>
        </p:nvSpPr>
        <p:spPr>
          <a:xfrm>
            <a:off x="1149126" y="3711506"/>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92" name="Google Shape;192;p35"/>
          <p:cNvSpPr txBox="1">
            <a:spLocks noGrp="1"/>
          </p:cNvSpPr>
          <p:nvPr>
            <p:ph type="subTitle" idx="5"/>
          </p:nvPr>
        </p:nvSpPr>
        <p:spPr>
          <a:xfrm>
            <a:off x="1149126" y="4165824"/>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93" name="Google Shape;193;p35"/>
          <p:cNvSpPr txBox="1">
            <a:spLocks noGrp="1"/>
          </p:cNvSpPr>
          <p:nvPr>
            <p:ph type="subTitle" idx="6"/>
          </p:nvPr>
        </p:nvSpPr>
        <p:spPr>
          <a:xfrm>
            <a:off x="5327851" y="2348550"/>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94" name="Google Shape;194;p35"/>
          <p:cNvSpPr txBox="1">
            <a:spLocks noGrp="1"/>
          </p:cNvSpPr>
          <p:nvPr>
            <p:ph type="subTitle" idx="7"/>
          </p:nvPr>
        </p:nvSpPr>
        <p:spPr>
          <a:xfrm>
            <a:off x="5327851" y="2802869"/>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95" name="Google Shape;195;p35"/>
          <p:cNvSpPr txBox="1">
            <a:spLocks noGrp="1"/>
          </p:cNvSpPr>
          <p:nvPr>
            <p:ph type="subTitle" idx="8"/>
          </p:nvPr>
        </p:nvSpPr>
        <p:spPr>
          <a:xfrm>
            <a:off x="5327851" y="3257187"/>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96" name="Google Shape;196;p35"/>
          <p:cNvSpPr txBox="1">
            <a:spLocks noGrp="1"/>
          </p:cNvSpPr>
          <p:nvPr>
            <p:ph type="subTitle" idx="9"/>
          </p:nvPr>
        </p:nvSpPr>
        <p:spPr>
          <a:xfrm>
            <a:off x="5327851" y="3711506"/>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
        <p:nvSpPr>
          <p:cNvPr id="197" name="Google Shape;197;p35"/>
          <p:cNvSpPr txBox="1">
            <a:spLocks noGrp="1"/>
          </p:cNvSpPr>
          <p:nvPr>
            <p:ph type="subTitle" idx="13"/>
          </p:nvPr>
        </p:nvSpPr>
        <p:spPr>
          <a:xfrm>
            <a:off x="5327851" y="4165824"/>
            <a:ext cx="3234300" cy="433200"/>
          </a:xfrm>
          <a:prstGeom prst="rect">
            <a:avLst/>
          </a:prstGeom>
        </p:spPr>
        <p:txBody>
          <a:bodyPr spcFirstLastPara="1" wrap="square" lIns="91425" tIns="91425" rIns="91425" bIns="91425" anchor="t" anchorCtr="0">
            <a:spAutoFit/>
          </a:bodyPr>
          <a:lstStyle>
            <a:lvl1pPr lvl="0">
              <a:lnSpc>
                <a:spcPct val="95000"/>
              </a:lnSpc>
              <a:spcBef>
                <a:spcPts val="0"/>
              </a:spcBef>
              <a:spcAft>
                <a:spcPts val="0"/>
              </a:spcAft>
              <a:buSzPts val="1700"/>
              <a:buNone/>
              <a:defRPr/>
            </a:lvl1pPr>
            <a:lvl2pPr lvl="1">
              <a:lnSpc>
                <a:spcPct val="95000"/>
              </a:lnSpc>
              <a:spcBef>
                <a:spcPts val="0"/>
              </a:spcBef>
              <a:spcAft>
                <a:spcPts val="0"/>
              </a:spcAft>
              <a:buSzPts val="1700"/>
              <a:buNone/>
              <a:defRPr/>
            </a:lvl2pPr>
            <a:lvl3pPr lvl="2">
              <a:lnSpc>
                <a:spcPct val="95000"/>
              </a:lnSpc>
              <a:spcBef>
                <a:spcPts val="0"/>
              </a:spcBef>
              <a:spcAft>
                <a:spcPts val="0"/>
              </a:spcAft>
              <a:buSzPts val="1700"/>
              <a:buNone/>
              <a:defRPr/>
            </a:lvl3pPr>
            <a:lvl4pPr lvl="3">
              <a:lnSpc>
                <a:spcPct val="95000"/>
              </a:lnSpc>
              <a:spcBef>
                <a:spcPts val="0"/>
              </a:spcBef>
              <a:spcAft>
                <a:spcPts val="0"/>
              </a:spcAft>
              <a:buSzPts val="1700"/>
              <a:buNone/>
              <a:defRPr/>
            </a:lvl4pPr>
            <a:lvl5pPr lvl="4">
              <a:lnSpc>
                <a:spcPct val="95000"/>
              </a:lnSpc>
              <a:spcBef>
                <a:spcPts val="0"/>
              </a:spcBef>
              <a:spcAft>
                <a:spcPts val="0"/>
              </a:spcAft>
              <a:buSzPts val="1700"/>
              <a:buNone/>
              <a:defRPr/>
            </a:lvl5pPr>
            <a:lvl6pPr lvl="5">
              <a:lnSpc>
                <a:spcPct val="95000"/>
              </a:lnSpc>
              <a:spcBef>
                <a:spcPts val="0"/>
              </a:spcBef>
              <a:spcAft>
                <a:spcPts val="0"/>
              </a:spcAft>
              <a:buSzPts val="1700"/>
              <a:buNone/>
              <a:defRPr/>
            </a:lvl6pPr>
            <a:lvl7pPr lvl="6">
              <a:lnSpc>
                <a:spcPct val="95000"/>
              </a:lnSpc>
              <a:spcBef>
                <a:spcPts val="0"/>
              </a:spcBef>
              <a:spcAft>
                <a:spcPts val="0"/>
              </a:spcAft>
              <a:buSzPts val="1700"/>
              <a:buNone/>
              <a:defRPr/>
            </a:lvl7pPr>
            <a:lvl8pPr lvl="7">
              <a:lnSpc>
                <a:spcPct val="95000"/>
              </a:lnSpc>
              <a:spcBef>
                <a:spcPts val="0"/>
              </a:spcBef>
              <a:spcAft>
                <a:spcPts val="0"/>
              </a:spcAft>
              <a:buSzPts val="1700"/>
              <a:buNone/>
              <a:defRPr/>
            </a:lvl8pPr>
            <a:lvl9pPr lvl="8">
              <a:lnSpc>
                <a:spcPct val="95000"/>
              </a:lnSpc>
              <a:spcBef>
                <a:spcPts val="0"/>
              </a:spcBef>
              <a:spcAft>
                <a:spcPts val="0"/>
              </a:spcAft>
              <a:buSzPts val="17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ody and images" type="tx">
  <p:cSld name="TITLE_AND_BODY">
    <p:bg>
      <p:bgPr>
        <a:solidFill>
          <a:schemeClr val="lt1"/>
        </a:solidFill>
        <a:effectLst/>
      </p:bgPr>
    </p:bg>
    <p:spTree>
      <p:nvGrpSpPr>
        <p:cNvPr id="1" name="Shape 198"/>
        <p:cNvGrpSpPr/>
        <p:nvPr/>
      </p:nvGrpSpPr>
      <p:grpSpPr>
        <a:xfrm>
          <a:off x="0" y="0"/>
          <a:ext cx="0" cy="0"/>
          <a:chOff x="0" y="0"/>
          <a:chExt cx="0" cy="0"/>
        </a:xfrm>
      </p:grpSpPr>
      <p:sp>
        <p:nvSpPr>
          <p:cNvPr id="199" name="Google Shape;199;p36"/>
          <p:cNvSpPr>
            <a:spLocks noGrp="1"/>
          </p:cNvSpPr>
          <p:nvPr>
            <p:ph type="pic" idx="2"/>
          </p:nvPr>
        </p:nvSpPr>
        <p:spPr>
          <a:xfrm rot="299990">
            <a:off x="716131" y="2331244"/>
            <a:ext cx="3686628" cy="2455534"/>
          </a:xfrm>
          <a:prstGeom prst="snip1Rect">
            <a:avLst>
              <a:gd name="adj" fmla="val 16667"/>
            </a:avLst>
          </a:prstGeom>
          <a:noFill/>
          <a:ln>
            <a:noFill/>
          </a:ln>
        </p:spPr>
      </p:sp>
      <p:sp>
        <p:nvSpPr>
          <p:cNvPr id="200" name="Google Shape;200;p36"/>
          <p:cNvSpPr>
            <a:spLocks noGrp="1"/>
          </p:cNvSpPr>
          <p:nvPr>
            <p:ph type="pic" idx="3"/>
          </p:nvPr>
        </p:nvSpPr>
        <p:spPr>
          <a:xfrm rot="-300269">
            <a:off x="4741294" y="2331368"/>
            <a:ext cx="3686654" cy="2455534"/>
          </a:xfrm>
          <a:prstGeom prst="snip1Rect">
            <a:avLst>
              <a:gd name="adj" fmla="val 16667"/>
            </a:avLst>
          </a:prstGeom>
          <a:noFill/>
          <a:ln>
            <a:noFill/>
          </a:ln>
        </p:spPr>
      </p:sp>
      <p:sp>
        <p:nvSpPr>
          <p:cNvPr id="201" name="Google Shape;201;p36"/>
          <p:cNvSpPr txBox="1">
            <a:spLocks noGrp="1"/>
          </p:cNvSpPr>
          <p:nvPr>
            <p:ph type="title"/>
          </p:nvPr>
        </p:nvSpPr>
        <p:spPr>
          <a:xfrm>
            <a:off x="333925" y="587150"/>
            <a:ext cx="8475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2" name="Google Shape;202;p36"/>
          <p:cNvSpPr txBox="1">
            <a:spLocks noGrp="1"/>
          </p:cNvSpPr>
          <p:nvPr>
            <p:ph type="body" idx="1"/>
          </p:nvPr>
        </p:nvSpPr>
        <p:spPr>
          <a:xfrm>
            <a:off x="333925" y="1163150"/>
            <a:ext cx="8475600" cy="7080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203" name="Google Shape;203;p36"/>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fld id="{00000000-1234-1234-1234-123412341234}" type="slidenum">
              <a:rPr lang="en"/>
              <a:t>‹#›</a:t>
            </a:fld>
            <a:endParaRPr/>
          </a:p>
        </p:txBody>
      </p:sp>
      <p:sp>
        <p:nvSpPr>
          <p:cNvPr id="204" name="Google Shape;204;p36"/>
          <p:cNvSpPr txBox="1">
            <a:spLocks noGrp="1"/>
          </p:cNvSpPr>
          <p:nvPr>
            <p:ph type="subTitle" idx="4"/>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05" name="Google Shape;205;p36"/>
          <p:cNvSpPr txBox="1">
            <a:spLocks noGrp="1"/>
          </p:cNvSpPr>
          <p:nvPr>
            <p:ph type="subTitle" idx="5"/>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wo Column">
  <p:cSld name="TITLE_AND_BODY_1">
    <p:bg>
      <p:bgPr>
        <a:solidFill>
          <a:schemeClr val="lt1"/>
        </a:solidFill>
        <a:effectLst/>
      </p:bgPr>
    </p:bg>
    <p:spTree>
      <p:nvGrpSpPr>
        <p:cNvPr id="1" name="Shape 206"/>
        <p:cNvGrpSpPr/>
        <p:nvPr/>
      </p:nvGrpSpPr>
      <p:grpSpPr>
        <a:xfrm>
          <a:off x="0" y="0"/>
          <a:ext cx="0" cy="0"/>
          <a:chOff x="0" y="0"/>
          <a:chExt cx="0" cy="0"/>
        </a:xfrm>
      </p:grpSpPr>
      <p:sp>
        <p:nvSpPr>
          <p:cNvPr id="207" name="Google Shape;207;p37"/>
          <p:cNvSpPr>
            <a:spLocks noGrp="1"/>
          </p:cNvSpPr>
          <p:nvPr>
            <p:ph type="pic" idx="2"/>
          </p:nvPr>
        </p:nvSpPr>
        <p:spPr>
          <a:xfrm rot="299990">
            <a:off x="716131" y="2331244"/>
            <a:ext cx="3686628" cy="2455534"/>
          </a:xfrm>
          <a:prstGeom prst="snip1Rect">
            <a:avLst>
              <a:gd name="adj" fmla="val 16667"/>
            </a:avLst>
          </a:prstGeom>
          <a:noFill/>
          <a:ln>
            <a:noFill/>
          </a:ln>
        </p:spPr>
      </p:sp>
      <p:sp>
        <p:nvSpPr>
          <p:cNvPr id="208" name="Google Shape;208;p37"/>
          <p:cNvSpPr>
            <a:spLocks noGrp="1"/>
          </p:cNvSpPr>
          <p:nvPr>
            <p:ph type="pic" idx="3"/>
          </p:nvPr>
        </p:nvSpPr>
        <p:spPr>
          <a:xfrm rot="-300269">
            <a:off x="4741294" y="2331368"/>
            <a:ext cx="3686654" cy="2455534"/>
          </a:xfrm>
          <a:prstGeom prst="snip1Rect">
            <a:avLst>
              <a:gd name="adj" fmla="val 16667"/>
            </a:avLst>
          </a:prstGeom>
          <a:noFill/>
          <a:ln>
            <a:noFill/>
          </a:ln>
        </p:spPr>
      </p:sp>
      <p:sp>
        <p:nvSpPr>
          <p:cNvPr id="209" name="Google Shape;209;p37"/>
          <p:cNvSpPr txBox="1">
            <a:spLocks noGrp="1"/>
          </p:cNvSpPr>
          <p:nvPr>
            <p:ph type="title"/>
          </p:nvPr>
        </p:nvSpPr>
        <p:spPr>
          <a:xfrm>
            <a:off x="333925" y="587150"/>
            <a:ext cx="8475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0" name="Google Shape;210;p37"/>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lgn="r" rtl="0">
              <a:buNone/>
              <a:defRPr/>
            </a:lvl1pPr>
            <a:lvl2pPr lvl="1" algn="r" rtl="0">
              <a:buNone/>
              <a:defRPr/>
            </a:lvl2pPr>
            <a:lvl3pPr lvl="2" algn="r" rtl="0">
              <a:buNone/>
              <a:defRPr/>
            </a:lvl3pPr>
            <a:lvl4pPr lvl="3" algn="r" rtl="0">
              <a:buNone/>
              <a:defRPr/>
            </a:lvl4pPr>
            <a:lvl5pPr lvl="4" algn="r" rtl="0">
              <a:buNone/>
              <a:defRPr/>
            </a:lvl5pPr>
            <a:lvl6pPr lvl="5" algn="r" rtl="0">
              <a:buNone/>
              <a:defRPr/>
            </a:lvl6pPr>
            <a:lvl7pPr lvl="6" algn="r" rtl="0">
              <a:buNone/>
              <a:defRPr/>
            </a:lvl7pPr>
            <a:lvl8pPr lvl="7" algn="r" rtl="0">
              <a:buNone/>
              <a:defRPr/>
            </a:lvl8pPr>
            <a:lvl9pPr lvl="8" algn="r" rtl="0">
              <a:buNone/>
              <a:defRPr/>
            </a:lvl9pPr>
          </a:lstStyle>
          <a:p>
            <a:pPr marL="0" lvl="0" indent="0" algn="r" rtl="0">
              <a:spcBef>
                <a:spcPts val="0"/>
              </a:spcBef>
              <a:spcAft>
                <a:spcPts val="0"/>
              </a:spcAft>
              <a:buNone/>
            </a:pPr>
            <a:fld id="{00000000-1234-1234-1234-123412341234}" type="slidenum">
              <a:rPr lang="en"/>
              <a:t>‹#›</a:t>
            </a:fld>
            <a:endParaRPr/>
          </a:p>
        </p:txBody>
      </p:sp>
      <p:sp>
        <p:nvSpPr>
          <p:cNvPr id="211" name="Google Shape;211;p37"/>
          <p:cNvSpPr txBox="1">
            <a:spLocks noGrp="1"/>
          </p:cNvSpPr>
          <p:nvPr>
            <p:ph type="subTitle" idx="1"/>
          </p:nvPr>
        </p:nvSpPr>
        <p:spPr>
          <a:xfrm>
            <a:off x="381082" y="1182925"/>
            <a:ext cx="4149000" cy="354000"/>
          </a:xfrm>
          <a:prstGeom prst="rect">
            <a:avLst/>
          </a:prstGeom>
        </p:spPr>
        <p:txBody>
          <a:bodyPr spcFirstLastPara="1" wrap="square" lIns="91425" tIns="91425" rIns="91425" bIns="91425" anchor="t" anchorCtr="0">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a:endParaRPr/>
          </a:p>
        </p:txBody>
      </p:sp>
      <p:sp>
        <p:nvSpPr>
          <p:cNvPr id="212" name="Google Shape;212;p37"/>
          <p:cNvSpPr txBox="1">
            <a:spLocks noGrp="1"/>
          </p:cNvSpPr>
          <p:nvPr>
            <p:ph type="body" idx="4"/>
          </p:nvPr>
        </p:nvSpPr>
        <p:spPr>
          <a:xfrm>
            <a:off x="381082" y="1521627"/>
            <a:ext cx="4149000" cy="6465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13" name="Google Shape;213;p37"/>
          <p:cNvSpPr txBox="1">
            <a:spLocks noGrp="1"/>
          </p:cNvSpPr>
          <p:nvPr>
            <p:ph type="subTitle" idx="5"/>
          </p:nvPr>
        </p:nvSpPr>
        <p:spPr>
          <a:xfrm>
            <a:off x="4566932" y="1182925"/>
            <a:ext cx="4149000" cy="354000"/>
          </a:xfrm>
          <a:prstGeom prst="rect">
            <a:avLst/>
          </a:prstGeom>
        </p:spPr>
        <p:txBody>
          <a:bodyPr spcFirstLastPara="1" wrap="square" lIns="91425" tIns="91425" rIns="91425" bIns="91425" anchor="t" anchorCtr="0">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a:endParaRPr/>
          </a:p>
        </p:txBody>
      </p:sp>
      <p:sp>
        <p:nvSpPr>
          <p:cNvPr id="214" name="Google Shape;214;p37"/>
          <p:cNvSpPr txBox="1">
            <a:spLocks noGrp="1"/>
          </p:cNvSpPr>
          <p:nvPr>
            <p:ph type="body" idx="6"/>
          </p:nvPr>
        </p:nvSpPr>
        <p:spPr>
          <a:xfrm>
            <a:off x="4566932" y="1521627"/>
            <a:ext cx="4149000" cy="6465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15" name="Google Shape;215;p37"/>
          <p:cNvSpPr txBox="1">
            <a:spLocks noGrp="1"/>
          </p:cNvSpPr>
          <p:nvPr>
            <p:ph type="subTitle" idx="7"/>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16" name="Google Shape;216;p37"/>
          <p:cNvSpPr txBox="1">
            <a:spLocks noGrp="1"/>
          </p:cNvSpPr>
          <p:nvPr>
            <p:ph type="subTitle" idx="8"/>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1" type="twoColTx">
  <p:cSld name="TITLE_AND_TWO_COLUMNS">
    <p:bg>
      <p:bgPr>
        <a:solidFill>
          <a:schemeClr val="lt1"/>
        </a:solidFill>
        <a:effectLst/>
      </p:bgPr>
    </p:bg>
    <p:spTree>
      <p:nvGrpSpPr>
        <p:cNvPr id="1" name="Shape 217"/>
        <p:cNvGrpSpPr/>
        <p:nvPr/>
      </p:nvGrpSpPr>
      <p:grpSpPr>
        <a:xfrm>
          <a:off x="0" y="0"/>
          <a:ext cx="0" cy="0"/>
          <a:chOff x="0" y="0"/>
          <a:chExt cx="0" cy="0"/>
        </a:xfrm>
      </p:grpSpPr>
      <p:grpSp>
        <p:nvGrpSpPr>
          <p:cNvPr id="218" name="Google Shape;218;p38"/>
          <p:cNvGrpSpPr/>
          <p:nvPr/>
        </p:nvGrpSpPr>
        <p:grpSpPr>
          <a:xfrm>
            <a:off x="0" y="-444900"/>
            <a:ext cx="9144000" cy="5588500"/>
            <a:chOff x="0" y="-444900"/>
            <a:chExt cx="9144000" cy="5588500"/>
          </a:xfrm>
        </p:grpSpPr>
        <p:grpSp>
          <p:nvGrpSpPr>
            <p:cNvPr id="219" name="Google Shape;219;p38"/>
            <p:cNvGrpSpPr/>
            <p:nvPr/>
          </p:nvGrpSpPr>
          <p:grpSpPr>
            <a:xfrm>
              <a:off x="0" y="100"/>
              <a:ext cx="9144000" cy="5143500"/>
              <a:chOff x="0" y="100"/>
              <a:chExt cx="9144000" cy="5143500"/>
            </a:xfrm>
          </p:grpSpPr>
          <p:sp>
            <p:nvSpPr>
              <p:cNvPr id="220" name="Google Shape;220;p38"/>
              <p:cNvSpPr/>
              <p:nvPr/>
            </p:nvSpPr>
            <p:spPr>
              <a:xfrm>
                <a:off x="0" y="100"/>
                <a:ext cx="9144000" cy="5143500"/>
              </a:xfrm>
              <a:prstGeom prst="snip1Rect">
                <a:avLst>
                  <a:gd name="adj" fmla="val 40868"/>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Inter Tight"/>
                  <a:ea typeface="Inter Tight"/>
                  <a:cs typeface="Inter Tight"/>
                  <a:sym typeface="Inter Tight"/>
                </a:endParaRPr>
              </a:p>
            </p:txBody>
          </p:sp>
          <p:sp>
            <p:nvSpPr>
              <p:cNvPr id="221" name="Google Shape;221;p38"/>
              <p:cNvSpPr/>
              <p:nvPr/>
            </p:nvSpPr>
            <p:spPr>
              <a:xfrm rot="10800000">
                <a:off x="7036475" y="1219850"/>
                <a:ext cx="2107500" cy="1861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Inter Tight"/>
                  <a:ea typeface="Inter Tight"/>
                  <a:cs typeface="Inter Tight"/>
                  <a:sym typeface="Inter Tight"/>
                </a:endParaRPr>
              </a:p>
            </p:txBody>
          </p:sp>
        </p:grpSp>
        <p:sp>
          <p:nvSpPr>
            <p:cNvPr id="222" name="Google Shape;222;p38"/>
            <p:cNvSpPr/>
            <p:nvPr/>
          </p:nvSpPr>
          <p:spPr>
            <a:xfrm rot="4500068" flipH="1">
              <a:off x="7230762" y="-248045"/>
              <a:ext cx="1723726" cy="1714991"/>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23" name="Google Shape;223;p38"/>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4" name="Google Shape;224;p38"/>
          <p:cNvSpPr txBox="1">
            <a:spLocks noGrp="1"/>
          </p:cNvSpPr>
          <p:nvPr>
            <p:ph type="title"/>
          </p:nvPr>
        </p:nvSpPr>
        <p:spPr>
          <a:xfrm>
            <a:off x="2479675" y="1637413"/>
            <a:ext cx="4184700" cy="572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25" name="Google Shape;225;p38"/>
          <p:cNvSpPr txBox="1">
            <a:spLocks noGrp="1"/>
          </p:cNvSpPr>
          <p:nvPr>
            <p:ph type="body" idx="1"/>
          </p:nvPr>
        </p:nvSpPr>
        <p:spPr>
          <a:xfrm>
            <a:off x="2479675" y="2291377"/>
            <a:ext cx="4184700" cy="22881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Clr>
                <a:schemeClr val="lt1"/>
              </a:buClr>
              <a:buSzPts val="1700"/>
              <a:buChar char="●"/>
              <a:defRPr>
                <a:solidFill>
                  <a:schemeClr val="lt1"/>
                </a:solidFill>
              </a:defRPr>
            </a:lvl1pPr>
            <a:lvl2pPr marL="914400" lvl="1" indent="-336550">
              <a:spcBef>
                <a:spcPts val="0"/>
              </a:spcBef>
              <a:spcAft>
                <a:spcPts val="0"/>
              </a:spcAft>
              <a:buClr>
                <a:schemeClr val="lt1"/>
              </a:buClr>
              <a:buSzPts val="1700"/>
              <a:buChar char="○"/>
              <a:defRPr>
                <a:solidFill>
                  <a:schemeClr val="lt1"/>
                </a:solidFill>
              </a:defRPr>
            </a:lvl2pPr>
            <a:lvl3pPr marL="1371600" lvl="2" indent="-336550">
              <a:spcBef>
                <a:spcPts val="0"/>
              </a:spcBef>
              <a:spcAft>
                <a:spcPts val="0"/>
              </a:spcAft>
              <a:buClr>
                <a:schemeClr val="lt1"/>
              </a:buClr>
              <a:buSzPts val="1700"/>
              <a:buChar char="■"/>
              <a:defRPr>
                <a:solidFill>
                  <a:schemeClr val="lt1"/>
                </a:solidFill>
              </a:defRPr>
            </a:lvl3pPr>
            <a:lvl4pPr marL="1828800" lvl="3" indent="-336550">
              <a:spcBef>
                <a:spcPts val="0"/>
              </a:spcBef>
              <a:spcAft>
                <a:spcPts val="0"/>
              </a:spcAft>
              <a:buClr>
                <a:schemeClr val="lt1"/>
              </a:buClr>
              <a:buSzPts val="1700"/>
              <a:buChar char="●"/>
              <a:defRPr>
                <a:solidFill>
                  <a:schemeClr val="lt1"/>
                </a:solidFill>
              </a:defRPr>
            </a:lvl4pPr>
            <a:lvl5pPr marL="2286000" lvl="4" indent="-336550">
              <a:spcBef>
                <a:spcPts val="0"/>
              </a:spcBef>
              <a:spcAft>
                <a:spcPts val="0"/>
              </a:spcAft>
              <a:buClr>
                <a:schemeClr val="lt1"/>
              </a:buClr>
              <a:buSzPts val="1700"/>
              <a:buChar char="○"/>
              <a:defRPr>
                <a:solidFill>
                  <a:schemeClr val="lt1"/>
                </a:solidFill>
              </a:defRPr>
            </a:lvl5pPr>
            <a:lvl6pPr marL="2743200" lvl="5" indent="-336550">
              <a:spcBef>
                <a:spcPts val="0"/>
              </a:spcBef>
              <a:spcAft>
                <a:spcPts val="0"/>
              </a:spcAft>
              <a:buClr>
                <a:schemeClr val="lt1"/>
              </a:buClr>
              <a:buSzPts val="1700"/>
              <a:buChar char="■"/>
              <a:defRPr>
                <a:solidFill>
                  <a:schemeClr val="lt1"/>
                </a:solidFill>
              </a:defRPr>
            </a:lvl6pPr>
            <a:lvl7pPr marL="3200400" lvl="6" indent="-336550">
              <a:spcBef>
                <a:spcPts val="0"/>
              </a:spcBef>
              <a:spcAft>
                <a:spcPts val="0"/>
              </a:spcAft>
              <a:buClr>
                <a:schemeClr val="lt1"/>
              </a:buClr>
              <a:buSzPts val="1700"/>
              <a:buChar char="●"/>
              <a:defRPr>
                <a:solidFill>
                  <a:schemeClr val="lt1"/>
                </a:solidFill>
              </a:defRPr>
            </a:lvl7pPr>
            <a:lvl8pPr marL="3657600" lvl="7" indent="-336550">
              <a:spcBef>
                <a:spcPts val="0"/>
              </a:spcBef>
              <a:spcAft>
                <a:spcPts val="0"/>
              </a:spcAft>
              <a:buClr>
                <a:schemeClr val="lt1"/>
              </a:buClr>
              <a:buSzPts val="1700"/>
              <a:buChar char="○"/>
              <a:defRPr>
                <a:solidFill>
                  <a:schemeClr val="lt1"/>
                </a:solidFill>
              </a:defRPr>
            </a:lvl8pPr>
            <a:lvl9pPr marL="4114800" lvl="8" indent="-336550">
              <a:spcBef>
                <a:spcPts val="0"/>
              </a:spcBef>
              <a:spcAft>
                <a:spcPts val="0"/>
              </a:spcAft>
              <a:buClr>
                <a:schemeClr val="lt1"/>
              </a:buClr>
              <a:buSzPts val="1700"/>
              <a:buChar char="■"/>
              <a:defRPr>
                <a:solidFill>
                  <a:schemeClr val="lt1"/>
                </a:solidFill>
              </a:defRPr>
            </a:lvl9pPr>
          </a:lstStyle>
          <a:p>
            <a:endParaRPr/>
          </a:p>
        </p:txBody>
      </p:sp>
      <p:sp>
        <p:nvSpPr>
          <p:cNvPr id="226" name="Google Shape;226;p38"/>
          <p:cNvSpPr txBox="1">
            <a:spLocks noGrp="1"/>
          </p:cNvSpPr>
          <p:nvPr>
            <p:ph type="subTitle" idx="2"/>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
        <p:nvSpPr>
          <p:cNvPr id="227" name="Google Shape;227;p38"/>
          <p:cNvSpPr txBox="1">
            <a:spLocks noGrp="1"/>
          </p:cNvSpPr>
          <p:nvPr>
            <p:ph type="subTitle" idx="3"/>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ree columns" type="titleOnly">
  <p:cSld name="TITLE_ONLY">
    <p:bg>
      <p:bgPr>
        <a:solidFill>
          <a:schemeClr val="lt1"/>
        </a:solidFill>
        <a:effectLst/>
      </p:bgPr>
    </p:bg>
    <p:spTree>
      <p:nvGrpSpPr>
        <p:cNvPr id="1" name="Shape 228"/>
        <p:cNvGrpSpPr/>
        <p:nvPr/>
      </p:nvGrpSpPr>
      <p:grpSpPr>
        <a:xfrm>
          <a:off x="0" y="0"/>
          <a:ext cx="0" cy="0"/>
          <a:chOff x="0" y="0"/>
          <a:chExt cx="0" cy="0"/>
        </a:xfrm>
      </p:grpSpPr>
      <p:sp>
        <p:nvSpPr>
          <p:cNvPr id="229" name="Google Shape;229;p39"/>
          <p:cNvSpPr>
            <a:spLocks noGrp="1"/>
          </p:cNvSpPr>
          <p:nvPr>
            <p:ph type="pic" idx="2"/>
          </p:nvPr>
        </p:nvSpPr>
        <p:spPr>
          <a:xfrm rot="299866">
            <a:off x="764484" y="2679783"/>
            <a:ext cx="1938771" cy="1938771"/>
          </a:xfrm>
          <a:prstGeom prst="snip1Rect">
            <a:avLst>
              <a:gd name="adj" fmla="val 16667"/>
            </a:avLst>
          </a:prstGeom>
          <a:noFill/>
          <a:ln>
            <a:noFill/>
          </a:ln>
        </p:spPr>
      </p:sp>
      <p:sp>
        <p:nvSpPr>
          <p:cNvPr id="230" name="Google Shape;230;p39"/>
          <p:cNvSpPr>
            <a:spLocks noGrp="1"/>
          </p:cNvSpPr>
          <p:nvPr>
            <p:ph type="pic" idx="3"/>
          </p:nvPr>
        </p:nvSpPr>
        <p:spPr>
          <a:xfrm rot="-299913">
            <a:off x="3602840" y="2620826"/>
            <a:ext cx="1938472" cy="1938472"/>
          </a:xfrm>
          <a:prstGeom prst="snip1Rect">
            <a:avLst>
              <a:gd name="adj" fmla="val 16667"/>
            </a:avLst>
          </a:prstGeom>
          <a:noFill/>
          <a:ln>
            <a:noFill/>
          </a:ln>
        </p:spPr>
      </p:sp>
      <p:sp>
        <p:nvSpPr>
          <p:cNvPr id="231" name="Google Shape;231;p39"/>
          <p:cNvSpPr>
            <a:spLocks noGrp="1"/>
          </p:cNvSpPr>
          <p:nvPr>
            <p:ph type="pic" idx="4"/>
          </p:nvPr>
        </p:nvSpPr>
        <p:spPr>
          <a:xfrm rot="299913">
            <a:off x="6440891" y="2679947"/>
            <a:ext cx="1938472" cy="1938472"/>
          </a:xfrm>
          <a:prstGeom prst="snip1Rect">
            <a:avLst>
              <a:gd name="adj" fmla="val 16667"/>
            </a:avLst>
          </a:prstGeom>
          <a:noFill/>
          <a:ln>
            <a:noFill/>
          </a:ln>
        </p:spPr>
      </p:sp>
      <p:sp>
        <p:nvSpPr>
          <p:cNvPr id="232" name="Google Shape;232;p39"/>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33" name="Google Shape;233;p39"/>
          <p:cNvSpPr txBox="1">
            <a:spLocks noGrp="1"/>
          </p:cNvSpPr>
          <p:nvPr>
            <p:ph type="subTitle" idx="1"/>
          </p:nvPr>
        </p:nvSpPr>
        <p:spPr>
          <a:xfrm>
            <a:off x="381063" y="1182922"/>
            <a:ext cx="2705400" cy="354000"/>
          </a:xfrm>
          <a:prstGeom prst="rect">
            <a:avLst/>
          </a:prstGeom>
        </p:spPr>
        <p:txBody>
          <a:bodyPr spcFirstLastPara="1" wrap="square" lIns="91425" tIns="91425" rIns="91425" bIns="91425" anchor="t" anchorCtr="0">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a:endParaRPr/>
          </a:p>
        </p:txBody>
      </p:sp>
      <p:sp>
        <p:nvSpPr>
          <p:cNvPr id="234" name="Google Shape;234;p39"/>
          <p:cNvSpPr txBox="1">
            <a:spLocks noGrp="1"/>
          </p:cNvSpPr>
          <p:nvPr>
            <p:ph type="body" idx="5"/>
          </p:nvPr>
        </p:nvSpPr>
        <p:spPr>
          <a:xfrm>
            <a:off x="381063" y="1521625"/>
            <a:ext cx="2705400" cy="6465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35" name="Google Shape;235;p39"/>
          <p:cNvSpPr txBox="1">
            <a:spLocks noGrp="1"/>
          </p:cNvSpPr>
          <p:nvPr>
            <p:ph type="subTitle" idx="6"/>
          </p:nvPr>
        </p:nvSpPr>
        <p:spPr>
          <a:xfrm>
            <a:off x="3219300" y="1182922"/>
            <a:ext cx="2705400" cy="354000"/>
          </a:xfrm>
          <a:prstGeom prst="rect">
            <a:avLst/>
          </a:prstGeom>
        </p:spPr>
        <p:txBody>
          <a:bodyPr spcFirstLastPara="1" wrap="square" lIns="91425" tIns="91425" rIns="91425" bIns="91425" anchor="t" anchorCtr="0">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a:endParaRPr/>
          </a:p>
        </p:txBody>
      </p:sp>
      <p:sp>
        <p:nvSpPr>
          <p:cNvPr id="236" name="Google Shape;236;p39"/>
          <p:cNvSpPr txBox="1">
            <a:spLocks noGrp="1"/>
          </p:cNvSpPr>
          <p:nvPr>
            <p:ph type="body" idx="7"/>
          </p:nvPr>
        </p:nvSpPr>
        <p:spPr>
          <a:xfrm>
            <a:off x="3219300" y="1521625"/>
            <a:ext cx="2705400" cy="6465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37" name="Google Shape;237;p39"/>
          <p:cNvSpPr txBox="1">
            <a:spLocks noGrp="1"/>
          </p:cNvSpPr>
          <p:nvPr>
            <p:ph type="subTitle" idx="8"/>
          </p:nvPr>
        </p:nvSpPr>
        <p:spPr>
          <a:xfrm>
            <a:off x="6057538" y="1182922"/>
            <a:ext cx="2705400" cy="354000"/>
          </a:xfrm>
          <a:prstGeom prst="rect">
            <a:avLst/>
          </a:prstGeom>
        </p:spPr>
        <p:txBody>
          <a:bodyPr spcFirstLastPara="1" wrap="square" lIns="91425" tIns="91425" rIns="91425" bIns="91425" anchor="t" anchorCtr="0">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a:endParaRPr/>
          </a:p>
        </p:txBody>
      </p:sp>
      <p:sp>
        <p:nvSpPr>
          <p:cNvPr id="238" name="Google Shape;238;p39"/>
          <p:cNvSpPr txBox="1">
            <a:spLocks noGrp="1"/>
          </p:cNvSpPr>
          <p:nvPr>
            <p:ph type="body" idx="9"/>
          </p:nvPr>
        </p:nvSpPr>
        <p:spPr>
          <a:xfrm>
            <a:off x="6057538" y="1521625"/>
            <a:ext cx="2705400" cy="6465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39" name="Google Shape;239;p39"/>
          <p:cNvSpPr txBox="1">
            <a:spLocks noGrp="1"/>
          </p:cNvSpPr>
          <p:nvPr>
            <p:ph type="title"/>
          </p:nvPr>
        </p:nvSpPr>
        <p:spPr>
          <a:xfrm>
            <a:off x="333925" y="587150"/>
            <a:ext cx="8475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0" name="Google Shape;240;p39"/>
          <p:cNvSpPr txBox="1">
            <a:spLocks noGrp="1"/>
          </p:cNvSpPr>
          <p:nvPr>
            <p:ph type="subTitle" idx="13"/>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41" name="Google Shape;241;p39"/>
          <p:cNvSpPr txBox="1">
            <a:spLocks noGrp="1"/>
          </p:cNvSpPr>
          <p:nvPr>
            <p:ph type="subTitle" idx="14"/>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ody and image 1">
  <p:cSld name="ONE_COLUMN_TEXT">
    <p:bg>
      <p:bgPr>
        <a:solidFill>
          <a:schemeClr val="lt1"/>
        </a:solidFill>
        <a:effectLst/>
      </p:bgPr>
    </p:bg>
    <p:spTree>
      <p:nvGrpSpPr>
        <p:cNvPr id="1" name="Shape 242"/>
        <p:cNvGrpSpPr/>
        <p:nvPr/>
      </p:nvGrpSpPr>
      <p:grpSpPr>
        <a:xfrm>
          <a:off x="0" y="0"/>
          <a:ext cx="0" cy="0"/>
          <a:chOff x="0" y="0"/>
          <a:chExt cx="0" cy="0"/>
        </a:xfrm>
      </p:grpSpPr>
      <p:sp>
        <p:nvSpPr>
          <p:cNvPr id="243" name="Google Shape;243;p40"/>
          <p:cNvSpPr>
            <a:spLocks noGrp="1"/>
          </p:cNvSpPr>
          <p:nvPr>
            <p:ph type="pic" idx="2"/>
          </p:nvPr>
        </p:nvSpPr>
        <p:spPr>
          <a:xfrm>
            <a:off x="434125" y="2147825"/>
            <a:ext cx="8275200" cy="2679300"/>
          </a:xfrm>
          <a:prstGeom prst="snip1Rect">
            <a:avLst>
              <a:gd name="adj" fmla="val 29467"/>
            </a:avLst>
          </a:prstGeom>
          <a:noFill/>
          <a:ln>
            <a:noFill/>
          </a:ln>
        </p:spPr>
      </p:sp>
      <p:sp>
        <p:nvSpPr>
          <p:cNvPr id="244" name="Google Shape;244;p40"/>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45" name="Google Shape;245;p40"/>
          <p:cNvSpPr txBox="1">
            <a:spLocks noGrp="1"/>
          </p:cNvSpPr>
          <p:nvPr>
            <p:ph type="title"/>
          </p:nvPr>
        </p:nvSpPr>
        <p:spPr>
          <a:xfrm>
            <a:off x="333925" y="587150"/>
            <a:ext cx="8475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6" name="Google Shape;246;p40"/>
          <p:cNvSpPr txBox="1">
            <a:spLocks noGrp="1"/>
          </p:cNvSpPr>
          <p:nvPr>
            <p:ph type="body" idx="1"/>
          </p:nvPr>
        </p:nvSpPr>
        <p:spPr>
          <a:xfrm>
            <a:off x="333925" y="1163150"/>
            <a:ext cx="8475600" cy="7080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247" name="Google Shape;247;p40"/>
          <p:cNvSpPr txBox="1">
            <a:spLocks noGrp="1"/>
          </p:cNvSpPr>
          <p:nvPr>
            <p:ph type="subTitle" idx="3"/>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48" name="Google Shape;248;p40"/>
          <p:cNvSpPr txBox="1">
            <a:spLocks noGrp="1"/>
          </p:cNvSpPr>
          <p:nvPr>
            <p:ph type="subTitle" idx="4"/>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extLst>
    <p:ext uri="{DCECCB84-F9BA-43D5-87BE-67443E8EF086}">
      <p15:sldGuideLst xmlns:p15="http://schemas.microsoft.com/office/powerpoint/2012/main">
        <p15:guide id="1" pos="273">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Interactive pop-up left">
  <p:cSld name="ONE_COLUMN_TEXT_1">
    <p:bg>
      <p:bgPr>
        <a:solidFill>
          <a:schemeClr val="lt1"/>
        </a:solidFill>
        <a:effectLst/>
      </p:bgPr>
    </p:bg>
    <p:spTree>
      <p:nvGrpSpPr>
        <p:cNvPr id="1" name="Shape 249"/>
        <p:cNvGrpSpPr/>
        <p:nvPr/>
      </p:nvGrpSpPr>
      <p:grpSpPr>
        <a:xfrm>
          <a:off x="0" y="0"/>
          <a:ext cx="0" cy="0"/>
          <a:chOff x="0" y="0"/>
          <a:chExt cx="0" cy="0"/>
        </a:xfrm>
      </p:grpSpPr>
      <p:grpSp>
        <p:nvGrpSpPr>
          <p:cNvPr id="250" name="Google Shape;250;p41"/>
          <p:cNvGrpSpPr/>
          <p:nvPr/>
        </p:nvGrpSpPr>
        <p:grpSpPr>
          <a:xfrm>
            <a:off x="433788" y="1202208"/>
            <a:ext cx="2632899" cy="904617"/>
            <a:chOff x="433788" y="1202208"/>
            <a:chExt cx="2632899" cy="904617"/>
          </a:xfrm>
        </p:grpSpPr>
        <p:sp>
          <p:nvSpPr>
            <p:cNvPr id="251" name="Google Shape;251;p41"/>
            <p:cNvSpPr/>
            <p:nvPr/>
          </p:nvSpPr>
          <p:spPr>
            <a:xfrm>
              <a:off x="433788" y="1202325"/>
              <a:ext cx="2632800" cy="904500"/>
            </a:xfrm>
            <a:prstGeom prst="snip1Rect">
              <a:avLst>
                <a:gd name="adj" fmla="val 35102"/>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a:ea typeface="Inter Tight"/>
                <a:cs typeface="Inter Tight"/>
                <a:sym typeface="Inter Tight"/>
              </a:endParaRPr>
            </a:p>
          </p:txBody>
        </p:sp>
        <p:sp>
          <p:nvSpPr>
            <p:cNvPr id="252" name="Google Shape;252;p41"/>
            <p:cNvSpPr/>
            <p:nvPr/>
          </p:nvSpPr>
          <p:spPr>
            <a:xfrm rot="-6523">
              <a:off x="2750486" y="1202508"/>
              <a:ext cx="316201" cy="318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53" name="Google Shape;253;p41"/>
          <p:cNvSpPr txBox="1">
            <a:spLocks noGrp="1"/>
          </p:cNvSpPr>
          <p:nvPr>
            <p:ph type="subTitle" idx="1"/>
          </p:nvPr>
        </p:nvSpPr>
        <p:spPr>
          <a:xfrm>
            <a:off x="437000" y="1202200"/>
            <a:ext cx="2322900" cy="3540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a:endParaRPr/>
          </a:p>
        </p:txBody>
      </p:sp>
      <p:sp>
        <p:nvSpPr>
          <p:cNvPr id="254" name="Google Shape;254;p41"/>
          <p:cNvSpPr txBox="1">
            <a:spLocks noGrp="1"/>
          </p:cNvSpPr>
          <p:nvPr>
            <p:ph type="body" idx="2"/>
          </p:nvPr>
        </p:nvSpPr>
        <p:spPr>
          <a:xfrm>
            <a:off x="437000" y="1460325"/>
            <a:ext cx="2632800" cy="6465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Clr>
                <a:schemeClr val="lt1"/>
              </a:buClr>
              <a:buSzPts val="1000"/>
              <a:buChar char="●"/>
              <a:defRPr sz="1000">
                <a:solidFill>
                  <a:schemeClr val="lt1"/>
                </a:solidFill>
              </a:defRPr>
            </a:lvl1pPr>
            <a:lvl2pPr marL="914400" lvl="1" indent="-292100">
              <a:spcBef>
                <a:spcPts val="0"/>
              </a:spcBef>
              <a:spcAft>
                <a:spcPts val="0"/>
              </a:spcAft>
              <a:buClr>
                <a:schemeClr val="lt1"/>
              </a:buClr>
              <a:buSzPts val="1000"/>
              <a:buChar char="○"/>
              <a:defRPr sz="1000">
                <a:solidFill>
                  <a:schemeClr val="lt1"/>
                </a:solidFill>
              </a:defRPr>
            </a:lvl2pPr>
            <a:lvl3pPr marL="1371600" lvl="2" indent="-292100">
              <a:spcBef>
                <a:spcPts val="0"/>
              </a:spcBef>
              <a:spcAft>
                <a:spcPts val="0"/>
              </a:spcAft>
              <a:buClr>
                <a:schemeClr val="lt1"/>
              </a:buClr>
              <a:buSzPts val="1000"/>
              <a:buChar char="■"/>
              <a:defRPr sz="1000">
                <a:solidFill>
                  <a:schemeClr val="lt1"/>
                </a:solidFill>
              </a:defRPr>
            </a:lvl3pPr>
            <a:lvl4pPr marL="1828800" lvl="3" indent="-292100">
              <a:spcBef>
                <a:spcPts val="0"/>
              </a:spcBef>
              <a:spcAft>
                <a:spcPts val="0"/>
              </a:spcAft>
              <a:buClr>
                <a:schemeClr val="lt1"/>
              </a:buClr>
              <a:buSzPts val="1000"/>
              <a:buChar char="●"/>
              <a:defRPr sz="1000">
                <a:solidFill>
                  <a:schemeClr val="lt1"/>
                </a:solidFill>
              </a:defRPr>
            </a:lvl4pPr>
            <a:lvl5pPr marL="2286000" lvl="4" indent="-292100">
              <a:spcBef>
                <a:spcPts val="0"/>
              </a:spcBef>
              <a:spcAft>
                <a:spcPts val="0"/>
              </a:spcAft>
              <a:buClr>
                <a:schemeClr val="lt1"/>
              </a:buClr>
              <a:buSzPts val="1000"/>
              <a:buChar char="○"/>
              <a:defRPr sz="1000">
                <a:solidFill>
                  <a:schemeClr val="lt1"/>
                </a:solidFill>
              </a:defRPr>
            </a:lvl5pPr>
            <a:lvl6pPr marL="2743200" lvl="5" indent="-292100">
              <a:spcBef>
                <a:spcPts val="0"/>
              </a:spcBef>
              <a:spcAft>
                <a:spcPts val="0"/>
              </a:spcAft>
              <a:buClr>
                <a:schemeClr val="lt1"/>
              </a:buClr>
              <a:buSzPts val="1000"/>
              <a:buChar char="■"/>
              <a:defRPr sz="1000">
                <a:solidFill>
                  <a:schemeClr val="lt1"/>
                </a:solidFill>
              </a:defRPr>
            </a:lvl6pPr>
            <a:lvl7pPr marL="3200400" lvl="6" indent="-292100">
              <a:spcBef>
                <a:spcPts val="0"/>
              </a:spcBef>
              <a:spcAft>
                <a:spcPts val="0"/>
              </a:spcAft>
              <a:buClr>
                <a:schemeClr val="lt1"/>
              </a:buClr>
              <a:buSzPts val="1000"/>
              <a:buChar char="●"/>
              <a:defRPr sz="1000">
                <a:solidFill>
                  <a:schemeClr val="lt1"/>
                </a:solidFill>
              </a:defRPr>
            </a:lvl7pPr>
            <a:lvl8pPr marL="3657600" lvl="7" indent="-292100">
              <a:spcBef>
                <a:spcPts val="0"/>
              </a:spcBef>
              <a:spcAft>
                <a:spcPts val="0"/>
              </a:spcAft>
              <a:buClr>
                <a:schemeClr val="lt1"/>
              </a:buClr>
              <a:buSzPts val="1000"/>
              <a:buChar char="○"/>
              <a:defRPr sz="1000">
                <a:solidFill>
                  <a:schemeClr val="lt1"/>
                </a:solidFill>
              </a:defRPr>
            </a:lvl8pPr>
            <a:lvl9pPr marL="4114800" lvl="8" indent="-292100">
              <a:spcBef>
                <a:spcPts val="0"/>
              </a:spcBef>
              <a:spcAft>
                <a:spcPts val="0"/>
              </a:spcAft>
              <a:buClr>
                <a:schemeClr val="lt1"/>
              </a:buClr>
              <a:buSzPts val="1000"/>
              <a:buChar char="■"/>
              <a:defRPr sz="1000">
                <a:solidFill>
                  <a:schemeClr val="lt1"/>
                </a:solidFill>
              </a:defRPr>
            </a:lvl9pPr>
          </a:lstStyle>
          <a:p>
            <a:endParaRPr/>
          </a:p>
        </p:txBody>
      </p:sp>
      <p:sp>
        <p:nvSpPr>
          <p:cNvPr id="255" name="Google Shape;255;p41"/>
          <p:cNvSpPr>
            <a:spLocks noGrp="1"/>
          </p:cNvSpPr>
          <p:nvPr>
            <p:ph type="pic" idx="3"/>
          </p:nvPr>
        </p:nvSpPr>
        <p:spPr>
          <a:xfrm>
            <a:off x="434125" y="2147825"/>
            <a:ext cx="8275200" cy="2679300"/>
          </a:xfrm>
          <a:prstGeom prst="snip1Rect">
            <a:avLst>
              <a:gd name="adj" fmla="val 29467"/>
            </a:avLst>
          </a:prstGeom>
          <a:noFill/>
          <a:ln>
            <a:noFill/>
          </a:ln>
        </p:spPr>
      </p:sp>
      <p:sp>
        <p:nvSpPr>
          <p:cNvPr id="256" name="Google Shape;256;p41"/>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7" name="Google Shape;257;p41"/>
          <p:cNvSpPr txBox="1">
            <a:spLocks noGrp="1"/>
          </p:cNvSpPr>
          <p:nvPr>
            <p:ph type="title"/>
          </p:nvPr>
        </p:nvSpPr>
        <p:spPr>
          <a:xfrm>
            <a:off x="333925" y="587150"/>
            <a:ext cx="8475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8" name="Google Shape;258;p41"/>
          <p:cNvSpPr txBox="1">
            <a:spLocks noGrp="1"/>
          </p:cNvSpPr>
          <p:nvPr>
            <p:ph type="subTitle" idx="4"/>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59" name="Google Shape;259;p41"/>
          <p:cNvSpPr txBox="1">
            <a:spLocks noGrp="1"/>
          </p:cNvSpPr>
          <p:nvPr>
            <p:ph type="subTitle" idx="5"/>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extLst>
    <p:ext uri="{DCECCB84-F9BA-43D5-87BE-67443E8EF086}">
      <p15:sldGuideLst xmlns:p15="http://schemas.microsoft.com/office/powerpoint/2012/main">
        <p15:guide id="1" pos="273">
          <p15:clr>
            <a:srgbClr val="E46962"/>
          </p15:clr>
        </p15:guide>
        <p15:guide id="2" orient="horz" pos="1353">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nteractive pop-up middle">
  <p:cSld name="ONE_COLUMN_TEXT_1_2">
    <p:bg>
      <p:bgPr>
        <a:solidFill>
          <a:schemeClr val="lt1"/>
        </a:solidFill>
        <a:effectLst/>
      </p:bgPr>
    </p:bg>
    <p:spTree>
      <p:nvGrpSpPr>
        <p:cNvPr id="1" name="Shape 260"/>
        <p:cNvGrpSpPr/>
        <p:nvPr/>
      </p:nvGrpSpPr>
      <p:grpSpPr>
        <a:xfrm>
          <a:off x="0" y="0"/>
          <a:ext cx="0" cy="0"/>
          <a:chOff x="0" y="0"/>
          <a:chExt cx="0" cy="0"/>
        </a:xfrm>
      </p:grpSpPr>
      <p:grpSp>
        <p:nvGrpSpPr>
          <p:cNvPr id="261" name="Google Shape;261;p42"/>
          <p:cNvGrpSpPr/>
          <p:nvPr/>
        </p:nvGrpSpPr>
        <p:grpSpPr>
          <a:xfrm>
            <a:off x="3253950" y="1202208"/>
            <a:ext cx="2632899" cy="904617"/>
            <a:chOff x="3253950" y="1202208"/>
            <a:chExt cx="2632899" cy="904617"/>
          </a:xfrm>
        </p:grpSpPr>
        <p:sp>
          <p:nvSpPr>
            <p:cNvPr id="262" name="Google Shape;262;p42"/>
            <p:cNvSpPr/>
            <p:nvPr/>
          </p:nvSpPr>
          <p:spPr>
            <a:xfrm>
              <a:off x="3253950" y="1202325"/>
              <a:ext cx="2632800" cy="904500"/>
            </a:xfrm>
            <a:prstGeom prst="snip1Rect">
              <a:avLst>
                <a:gd name="adj" fmla="val 35102"/>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Inter Tight"/>
                <a:ea typeface="Inter Tight"/>
                <a:cs typeface="Inter Tight"/>
                <a:sym typeface="Inter Tight"/>
              </a:endParaRPr>
            </a:p>
          </p:txBody>
        </p:sp>
        <p:sp>
          <p:nvSpPr>
            <p:cNvPr id="263" name="Google Shape;263;p42"/>
            <p:cNvSpPr/>
            <p:nvPr/>
          </p:nvSpPr>
          <p:spPr>
            <a:xfrm rot="-6523">
              <a:off x="5570649" y="1202508"/>
              <a:ext cx="316201" cy="318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Inter Tight"/>
                  <a:ea typeface="Inter Tight"/>
                  <a:cs typeface="Inter Tight"/>
                  <a:sym typeface="Inter Tight"/>
                </a:rPr>
                <a:t> </a:t>
              </a:r>
              <a:endParaRPr>
                <a:solidFill>
                  <a:schemeClr val="lt2"/>
                </a:solidFill>
                <a:latin typeface="Inter Tight"/>
                <a:ea typeface="Inter Tight"/>
                <a:cs typeface="Inter Tight"/>
                <a:sym typeface="Inter Tight"/>
              </a:endParaRPr>
            </a:p>
          </p:txBody>
        </p:sp>
      </p:grpSp>
      <p:sp>
        <p:nvSpPr>
          <p:cNvPr id="264" name="Google Shape;264;p42"/>
          <p:cNvSpPr txBox="1">
            <a:spLocks noGrp="1"/>
          </p:cNvSpPr>
          <p:nvPr>
            <p:ph type="subTitle" idx="1"/>
          </p:nvPr>
        </p:nvSpPr>
        <p:spPr>
          <a:xfrm>
            <a:off x="3257163" y="1202200"/>
            <a:ext cx="2322900" cy="3540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a:endParaRPr/>
          </a:p>
        </p:txBody>
      </p:sp>
      <p:sp>
        <p:nvSpPr>
          <p:cNvPr id="265" name="Google Shape;265;p42"/>
          <p:cNvSpPr txBox="1">
            <a:spLocks noGrp="1"/>
          </p:cNvSpPr>
          <p:nvPr>
            <p:ph type="body" idx="2"/>
          </p:nvPr>
        </p:nvSpPr>
        <p:spPr>
          <a:xfrm>
            <a:off x="3257163" y="1460325"/>
            <a:ext cx="2632800" cy="6465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Clr>
                <a:schemeClr val="lt1"/>
              </a:buClr>
              <a:buSzPts val="1000"/>
              <a:buChar char="●"/>
              <a:defRPr sz="1000">
                <a:solidFill>
                  <a:schemeClr val="lt1"/>
                </a:solidFill>
              </a:defRPr>
            </a:lvl1pPr>
            <a:lvl2pPr marL="914400" lvl="1" indent="-292100">
              <a:spcBef>
                <a:spcPts val="0"/>
              </a:spcBef>
              <a:spcAft>
                <a:spcPts val="0"/>
              </a:spcAft>
              <a:buClr>
                <a:schemeClr val="lt1"/>
              </a:buClr>
              <a:buSzPts val="1000"/>
              <a:buChar char="○"/>
              <a:defRPr sz="1000">
                <a:solidFill>
                  <a:schemeClr val="lt1"/>
                </a:solidFill>
              </a:defRPr>
            </a:lvl2pPr>
            <a:lvl3pPr marL="1371600" lvl="2" indent="-292100">
              <a:spcBef>
                <a:spcPts val="0"/>
              </a:spcBef>
              <a:spcAft>
                <a:spcPts val="0"/>
              </a:spcAft>
              <a:buClr>
                <a:schemeClr val="lt1"/>
              </a:buClr>
              <a:buSzPts val="1000"/>
              <a:buChar char="■"/>
              <a:defRPr sz="1000">
                <a:solidFill>
                  <a:schemeClr val="lt1"/>
                </a:solidFill>
              </a:defRPr>
            </a:lvl3pPr>
            <a:lvl4pPr marL="1828800" lvl="3" indent="-292100">
              <a:spcBef>
                <a:spcPts val="0"/>
              </a:spcBef>
              <a:spcAft>
                <a:spcPts val="0"/>
              </a:spcAft>
              <a:buClr>
                <a:schemeClr val="lt1"/>
              </a:buClr>
              <a:buSzPts val="1000"/>
              <a:buChar char="●"/>
              <a:defRPr sz="1000">
                <a:solidFill>
                  <a:schemeClr val="lt1"/>
                </a:solidFill>
              </a:defRPr>
            </a:lvl4pPr>
            <a:lvl5pPr marL="2286000" lvl="4" indent="-292100">
              <a:spcBef>
                <a:spcPts val="0"/>
              </a:spcBef>
              <a:spcAft>
                <a:spcPts val="0"/>
              </a:spcAft>
              <a:buClr>
                <a:schemeClr val="lt1"/>
              </a:buClr>
              <a:buSzPts val="1000"/>
              <a:buChar char="○"/>
              <a:defRPr sz="1000">
                <a:solidFill>
                  <a:schemeClr val="lt1"/>
                </a:solidFill>
              </a:defRPr>
            </a:lvl5pPr>
            <a:lvl6pPr marL="2743200" lvl="5" indent="-292100">
              <a:spcBef>
                <a:spcPts val="0"/>
              </a:spcBef>
              <a:spcAft>
                <a:spcPts val="0"/>
              </a:spcAft>
              <a:buClr>
                <a:schemeClr val="lt1"/>
              </a:buClr>
              <a:buSzPts val="1000"/>
              <a:buChar char="■"/>
              <a:defRPr sz="1000">
                <a:solidFill>
                  <a:schemeClr val="lt1"/>
                </a:solidFill>
              </a:defRPr>
            </a:lvl6pPr>
            <a:lvl7pPr marL="3200400" lvl="6" indent="-292100">
              <a:spcBef>
                <a:spcPts val="0"/>
              </a:spcBef>
              <a:spcAft>
                <a:spcPts val="0"/>
              </a:spcAft>
              <a:buClr>
                <a:schemeClr val="lt1"/>
              </a:buClr>
              <a:buSzPts val="1000"/>
              <a:buChar char="●"/>
              <a:defRPr sz="1000">
                <a:solidFill>
                  <a:schemeClr val="lt1"/>
                </a:solidFill>
              </a:defRPr>
            </a:lvl7pPr>
            <a:lvl8pPr marL="3657600" lvl="7" indent="-292100">
              <a:spcBef>
                <a:spcPts val="0"/>
              </a:spcBef>
              <a:spcAft>
                <a:spcPts val="0"/>
              </a:spcAft>
              <a:buClr>
                <a:schemeClr val="lt1"/>
              </a:buClr>
              <a:buSzPts val="1000"/>
              <a:buChar char="○"/>
              <a:defRPr sz="1000">
                <a:solidFill>
                  <a:schemeClr val="lt1"/>
                </a:solidFill>
              </a:defRPr>
            </a:lvl8pPr>
            <a:lvl9pPr marL="4114800" lvl="8" indent="-292100">
              <a:spcBef>
                <a:spcPts val="0"/>
              </a:spcBef>
              <a:spcAft>
                <a:spcPts val="0"/>
              </a:spcAft>
              <a:buClr>
                <a:schemeClr val="lt1"/>
              </a:buClr>
              <a:buSzPts val="1000"/>
              <a:buChar char="■"/>
              <a:defRPr sz="1000">
                <a:solidFill>
                  <a:schemeClr val="lt1"/>
                </a:solidFill>
              </a:defRPr>
            </a:lvl9pPr>
          </a:lstStyle>
          <a:p>
            <a:endParaRPr/>
          </a:p>
        </p:txBody>
      </p:sp>
      <p:sp>
        <p:nvSpPr>
          <p:cNvPr id="266" name="Google Shape;266;p42"/>
          <p:cNvSpPr>
            <a:spLocks noGrp="1"/>
          </p:cNvSpPr>
          <p:nvPr>
            <p:ph type="pic" idx="3"/>
          </p:nvPr>
        </p:nvSpPr>
        <p:spPr>
          <a:xfrm>
            <a:off x="434125" y="2147825"/>
            <a:ext cx="8275200" cy="2679300"/>
          </a:xfrm>
          <a:prstGeom prst="snip1Rect">
            <a:avLst>
              <a:gd name="adj" fmla="val 29467"/>
            </a:avLst>
          </a:prstGeom>
          <a:noFill/>
          <a:ln>
            <a:noFill/>
          </a:ln>
        </p:spPr>
      </p:sp>
      <p:sp>
        <p:nvSpPr>
          <p:cNvPr id="267" name="Google Shape;267;p42"/>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68" name="Google Shape;268;p42"/>
          <p:cNvSpPr txBox="1">
            <a:spLocks noGrp="1"/>
          </p:cNvSpPr>
          <p:nvPr>
            <p:ph type="title"/>
          </p:nvPr>
        </p:nvSpPr>
        <p:spPr>
          <a:xfrm>
            <a:off x="333925" y="587150"/>
            <a:ext cx="8475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9" name="Google Shape;269;p42"/>
          <p:cNvSpPr txBox="1">
            <a:spLocks noGrp="1"/>
          </p:cNvSpPr>
          <p:nvPr>
            <p:ph type="subTitle" idx="4"/>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70" name="Google Shape;270;p42"/>
          <p:cNvSpPr txBox="1">
            <a:spLocks noGrp="1"/>
          </p:cNvSpPr>
          <p:nvPr>
            <p:ph type="subTitle" idx="5"/>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Interactive pop-up right, long text">
  <p:cSld name="ONE_COLUMN_TEXT_1_1">
    <p:bg>
      <p:bgPr>
        <a:solidFill>
          <a:schemeClr val="lt1"/>
        </a:solidFill>
        <a:effectLst/>
      </p:bgPr>
    </p:bg>
    <p:spTree>
      <p:nvGrpSpPr>
        <p:cNvPr id="1" name="Shape 271"/>
        <p:cNvGrpSpPr/>
        <p:nvPr/>
      </p:nvGrpSpPr>
      <p:grpSpPr>
        <a:xfrm>
          <a:off x="0" y="0"/>
          <a:ext cx="0" cy="0"/>
          <a:chOff x="0" y="0"/>
          <a:chExt cx="0" cy="0"/>
        </a:xfrm>
      </p:grpSpPr>
      <p:sp>
        <p:nvSpPr>
          <p:cNvPr id="272" name="Google Shape;272;p43"/>
          <p:cNvSpPr/>
          <p:nvPr/>
        </p:nvSpPr>
        <p:spPr>
          <a:xfrm>
            <a:off x="3253825" y="1202325"/>
            <a:ext cx="5453100" cy="904500"/>
          </a:xfrm>
          <a:prstGeom prst="snip1Rect">
            <a:avLst>
              <a:gd name="adj" fmla="val 35019"/>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a:ea typeface="Inter Tight"/>
              <a:cs typeface="Inter Tight"/>
              <a:sym typeface="Inter Tight"/>
            </a:endParaRPr>
          </a:p>
        </p:txBody>
      </p:sp>
      <p:sp>
        <p:nvSpPr>
          <p:cNvPr id="273" name="Google Shape;273;p43"/>
          <p:cNvSpPr txBox="1">
            <a:spLocks noGrp="1"/>
          </p:cNvSpPr>
          <p:nvPr>
            <p:ph type="subTitle" idx="1"/>
          </p:nvPr>
        </p:nvSpPr>
        <p:spPr>
          <a:xfrm>
            <a:off x="3253950" y="1202200"/>
            <a:ext cx="5136900" cy="354000"/>
          </a:xfrm>
          <a:prstGeom prst="rect">
            <a:avLst/>
          </a:prstGeom>
        </p:spPr>
        <p:txBody>
          <a:bodyPr spcFirstLastPara="1" wrap="square" lIns="91425" tIns="91425" rIns="91425" bIns="91425" anchor="t" anchorCtr="0">
            <a:spAutoFit/>
          </a:bodyPr>
          <a:lstStyle>
            <a:lvl1pPr lvl="0">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1pPr>
            <a:lvl2pPr lvl="1">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2pPr>
            <a:lvl3pPr lvl="2">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3pPr>
            <a:lvl4pPr lvl="3">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4pPr>
            <a:lvl5pPr lvl="4">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5pPr>
            <a:lvl6pPr lvl="5">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6pPr>
            <a:lvl7pPr lvl="6">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7pPr>
            <a:lvl8pPr lvl="7">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8pPr>
            <a:lvl9pPr lvl="8">
              <a:spcBef>
                <a:spcPts val="0"/>
              </a:spcBef>
              <a:spcAft>
                <a:spcPts val="0"/>
              </a:spcAft>
              <a:buClr>
                <a:schemeClr val="lt1"/>
              </a:buClr>
              <a:buSzPts val="1100"/>
              <a:buFont typeface="Inter Tight Medium"/>
              <a:buNone/>
              <a:defRPr sz="1100">
                <a:solidFill>
                  <a:schemeClr val="lt1"/>
                </a:solidFill>
                <a:latin typeface="Inter Tight Medium"/>
                <a:ea typeface="Inter Tight Medium"/>
                <a:cs typeface="Inter Tight Medium"/>
                <a:sym typeface="Inter Tight Medium"/>
              </a:defRPr>
            </a:lvl9pPr>
          </a:lstStyle>
          <a:p>
            <a:endParaRPr/>
          </a:p>
        </p:txBody>
      </p:sp>
      <p:sp>
        <p:nvSpPr>
          <p:cNvPr id="274" name="Google Shape;274;p43"/>
          <p:cNvSpPr>
            <a:spLocks noGrp="1"/>
          </p:cNvSpPr>
          <p:nvPr>
            <p:ph type="pic" idx="2"/>
          </p:nvPr>
        </p:nvSpPr>
        <p:spPr>
          <a:xfrm>
            <a:off x="434125" y="2147825"/>
            <a:ext cx="8275200" cy="2679300"/>
          </a:xfrm>
          <a:prstGeom prst="snip1Rect">
            <a:avLst>
              <a:gd name="adj" fmla="val 29467"/>
            </a:avLst>
          </a:prstGeom>
          <a:noFill/>
          <a:ln>
            <a:noFill/>
          </a:ln>
        </p:spPr>
      </p:sp>
      <p:sp>
        <p:nvSpPr>
          <p:cNvPr id="275" name="Google Shape;275;p43"/>
          <p:cNvSpPr txBox="1">
            <a:spLocks noGrp="1"/>
          </p:cNvSpPr>
          <p:nvPr>
            <p:ph type="body" idx="3"/>
          </p:nvPr>
        </p:nvSpPr>
        <p:spPr>
          <a:xfrm>
            <a:off x="3253950" y="1460325"/>
            <a:ext cx="5453100" cy="6465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Clr>
                <a:schemeClr val="lt1"/>
              </a:buClr>
              <a:buSzPts val="1000"/>
              <a:buChar char="●"/>
              <a:defRPr sz="1000">
                <a:solidFill>
                  <a:schemeClr val="lt1"/>
                </a:solidFill>
              </a:defRPr>
            </a:lvl1pPr>
            <a:lvl2pPr marL="914400" lvl="1" indent="-292100">
              <a:spcBef>
                <a:spcPts val="0"/>
              </a:spcBef>
              <a:spcAft>
                <a:spcPts val="0"/>
              </a:spcAft>
              <a:buClr>
                <a:schemeClr val="lt1"/>
              </a:buClr>
              <a:buSzPts val="1000"/>
              <a:buChar char="○"/>
              <a:defRPr sz="1000">
                <a:solidFill>
                  <a:schemeClr val="lt1"/>
                </a:solidFill>
              </a:defRPr>
            </a:lvl2pPr>
            <a:lvl3pPr marL="1371600" lvl="2" indent="-292100">
              <a:spcBef>
                <a:spcPts val="0"/>
              </a:spcBef>
              <a:spcAft>
                <a:spcPts val="0"/>
              </a:spcAft>
              <a:buClr>
                <a:schemeClr val="lt1"/>
              </a:buClr>
              <a:buSzPts val="1000"/>
              <a:buChar char="■"/>
              <a:defRPr sz="1000">
                <a:solidFill>
                  <a:schemeClr val="lt1"/>
                </a:solidFill>
              </a:defRPr>
            </a:lvl3pPr>
            <a:lvl4pPr marL="1828800" lvl="3" indent="-292100">
              <a:spcBef>
                <a:spcPts val="0"/>
              </a:spcBef>
              <a:spcAft>
                <a:spcPts val="0"/>
              </a:spcAft>
              <a:buClr>
                <a:schemeClr val="lt1"/>
              </a:buClr>
              <a:buSzPts val="1000"/>
              <a:buChar char="●"/>
              <a:defRPr sz="1000">
                <a:solidFill>
                  <a:schemeClr val="lt1"/>
                </a:solidFill>
              </a:defRPr>
            </a:lvl4pPr>
            <a:lvl5pPr marL="2286000" lvl="4" indent="-292100">
              <a:spcBef>
                <a:spcPts val="0"/>
              </a:spcBef>
              <a:spcAft>
                <a:spcPts val="0"/>
              </a:spcAft>
              <a:buClr>
                <a:schemeClr val="lt1"/>
              </a:buClr>
              <a:buSzPts val="1000"/>
              <a:buChar char="○"/>
              <a:defRPr sz="1000">
                <a:solidFill>
                  <a:schemeClr val="lt1"/>
                </a:solidFill>
              </a:defRPr>
            </a:lvl5pPr>
            <a:lvl6pPr marL="2743200" lvl="5" indent="-292100">
              <a:spcBef>
                <a:spcPts val="0"/>
              </a:spcBef>
              <a:spcAft>
                <a:spcPts val="0"/>
              </a:spcAft>
              <a:buClr>
                <a:schemeClr val="lt1"/>
              </a:buClr>
              <a:buSzPts val="1000"/>
              <a:buChar char="■"/>
              <a:defRPr sz="1000">
                <a:solidFill>
                  <a:schemeClr val="lt1"/>
                </a:solidFill>
              </a:defRPr>
            </a:lvl6pPr>
            <a:lvl7pPr marL="3200400" lvl="6" indent="-292100">
              <a:spcBef>
                <a:spcPts val="0"/>
              </a:spcBef>
              <a:spcAft>
                <a:spcPts val="0"/>
              </a:spcAft>
              <a:buClr>
                <a:schemeClr val="lt1"/>
              </a:buClr>
              <a:buSzPts val="1000"/>
              <a:buChar char="●"/>
              <a:defRPr sz="1000">
                <a:solidFill>
                  <a:schemeClr val="lt1"/>
                </a:solidFill>
              </a:defRPr>
            </a:lvl7pPr>
            <a:lvl8pPr marL="3657600" lvl="7" indent="-292100">
              <a:spcBef>
                <a:spcPts val="0"/>
              </a:spcBef>
              <a:spcAft>
                <a:spcPts val="0"/>
              </a:spcAft>
              <a:buClr>
                <a:schemeClr val="lt1"/>
              </a:buClr>
              <a:buSzPts val="1000"/>
              <a:buChar char="○"/>
              <a:defRPr sz="1000">
                <a:solidFill>
                  <a:schemeClr val="lt1"/>
                </a:solidFill>
              </a:defRPr>
            </a:lvl8pPr>
            <a:lvl9pPr marL="4114800" lvl="8" indent="-292100">
              <a:spcBef>
                <a:spcPts val="0"/>
              </a:spcBef>
              <a:spcAft>
                <a:spcPts val="0"/>
              </a:spcAft>
              <a:buClr>
                <a:schemeClr val="lt1"/>
              </a:buClr>
              <a:buSzPts val="1000"/>
              <a:buChar char="■"/>
              <a:defRPr sz="1000">
                <a:solidFill>
                  <a:schemeClr val="lt1"/>
                </a:solidFill>
              </a:defRPr>
            </a:lvl9pPr>
          </a:lstStyle>
          <a:p>
            <a:endParaRPr/>
          </a:p>
        </p:txBody>
      </p:sp>
      <p:sp>
        <p:nvSpPr>
          <p:cNvPr id="276" name="Google Shape;276;p43"/>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77" name="Google Shape;277;p43"/>
          <p:cNvSpPr txBox="1">
            <a:spLocks noGrp="1"/>
          </p:cNvSpPr>
          <p:nvPr>
            <p:ph type="title"/>
          </p:nvPr>
        </p:nvSpPr>
        <p:spPr>
          <a:xfrm>
            <a:off x="333925" y="587150"/>
            <a:ext cx="8475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8" name="Google Shape;278;p43"/>
          <p:cNvSpPr txBox="1">
            <a:spLocks noGrp="1"/>
          </p:cNvSpPr>
          <p:nvPr>
            <p:ph type="subTitle" idx="4"/>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79" name="Google Shape;279;p43"/>
          <p:cNvSpPr txBox="1">
            <a:spLocks noGrp="1"/>
          </p:cNvSpPr>
          <p:nvPr>
            <p:ph type="subTitle" idx="5"/>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80" name="Google Shape;280;p43"/>
          <p:cNvSpPr/>
          <p:nvPr/>
        </p:nvSpPr>
        <p:spPr>
          <a:xfrm rot="-6523">
            <a:off x="8390811" y="1202508"/>
            <a:ext cx="316201" cy="318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dk1"/>
                </a:solidFill>
                <a:latin typeface="Inter Tight"/>
                <a:ea typeface="Inter Tight"/>
                <a:cs typeface="Inter Tight"/>
                <a:sym typeface="Inter Tight"/>
              </a:rPr>
              <a:t> </a:t>
            </a:r>
            <a:endParaRPr>
              <a:solidFill>
                <a:schemeClr val="dk1"/>
              </a:solidFill>
              <a:latin typeface="Inter Tight"/>
              <a:ea typeface="Inter Tight"/>
              <a:cs typeface="Inter Tight"/>
              <a:sym typeface="Inter Tigh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body 2">
  <p:cSld name="CUSTOM">
    <p:bg>
      <p:bgPr>
        <a:solidFill>
          <a:schemeClr val="lt1"/>
        </a:solidFill>
        <a:effectLst/>
      </p:bgPr>
    </p:bg>
    <p:spTree>
      <p:nvGrpSpPr>
        <p:cNvPr id="1" name="Shape 281"/>
        <p:cNvGrpSpPr/>
        <p:nvPr/>
      </p:nvGrpSpPr>
      <p:grpSpPr>
        <a:xfrm>
          <a:off x="0" y="0"/>
          <a:ext cx="0" cy="0"/>
          <a:chOff x="0" y="0"/>
          <a:chExt cx="0" cy="0"/>
        </a:xfrm>
      </p:grpSpPr>
      <p:grpSp>
        <p:nvGrpSpPr>
          <p:cNvPr id="282" name="Google Shape;282;p44"/>
          <p:cNvGrpSpPr/>
          <p:nvPr/>
        </p:nvGrpSpPr>
        <p:grpSpPr>
          <a:xfrm>
            <a:off x="0" y="-444900"/>
            <a:ext cx="9144000" cy="5588500"/>
            <a:chOff x="0" y="-444900"/>
            <a:chExt cx="9144000" cy="5588500"/>
          </a:xfrm>
        </p:grpSpPr>
        <p:grpSp>
          <p:nvGrpSpPr>
            <p:cNvPr id="283" name="Google Shape;283;p44"/>
            <p:cNvGrpSpPr/>
            <p:nvPr/>
          </p:nvGrpSpPr>
          <p:grpSpPr>
            <a:xfrm>
              <a:off x="0" y="100"/>
              <a:ext cx="9144000" cy="5143500"/>
              <a:chOff x="0" y="100"/>
              <a:chExt cx="9144000" cy="5143500"/>
            </a:xfrm>
          </p:grpSpPr>
          <p:sp>
            <p:nvSpPr>
              <p:cNvPr id="284" name="Google Shape;284;p44"/>
              <p:cNvSpPr/>
              <p:nvPr/>
            </p:nvSpPr>
            <p:spPr>
              <a:xfrm>
                <a:off x="0" y="100"/>
                <a:ext cx="9144000" cy="5143500"/>
              </a:xfrm>
              <a:prstGeom prst="snip1Rect">
                <a:avLst>
                  <a:gd name="adj" fmla="val 4086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a:ea typeface="Inter Tight"/>
                  <a:cs typeface="Inter Tight"/>
                  <a:sym typeface="Inter Tight"/>
                </a:endParaRPr>
              </a:p>
            </p:txBody>
          </p:sp>
          <p:sp>
            <p:nvSpPr>
              <p:cNvPr id="285" name="Google Shape;285;p44"/>
              <p:cNvSpPr/>
              <p:nvPr/>
            </p:nvSpPr>
            <p:spPr>
              <a:xfrm rot="10800000">
                <a:off x="7036475" y="1219850"/>
                <a:ext cx="2107500" cy="1861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a:ea typeface="Inter Tight"/>
                  <a:cs typeface="Inter Tight"/>
                  <a:sym typeface="Inter Tight"/>
                </a:endParaRPr>
              </a:p>
            </p:txBody>
          </p:sp>
        </p:grpSp>
        <p:sp>
          <p:nvSpPr>
            <p:cNvPr id="286" name="Google Shape;286;p44"/>
            <p:cNvSpPr/>
            <p:nvPr/>
          </p:nvSpPr>
          <p:spPr>
            <a:xfrm rot="4500068" flipH="1">
              <a:off x="7230762" y="-248045"/>
              <a:ext cx="1723726" cy="1714991"/>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287" name="Google Shape;287;p44"/>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88" name="Google Shape;288;p44"/>
          <p:cNvSpPr txBox="1">
            <a:spLocks noGrp="1"/>
          </p:cNvSpPr>
          <p:nvPr>
            <p:ph type="title"/>
          </p:nvPr>
        </p:nvSpPr>
        <p:spPr>
          <a:xfrm>
            <a:off x="2479675" y="1637413"/>
            <a:ext cx="4184700" cy="572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89" name="Google Shape;289;p44"/>
          <p:cNvSpPr txBox="1">
            <a:spLocks noGrp="1"/>
          </p:cNvSpPr>
          <p:nvPr>
            <p:ph type="body" idx="1"/>
          </p:nvPr>
        </p:nvSpPr>
        <p:spPr>
          <a:xfrm>
            <a:off x="2479675" y="2291377"/>
            <a:ext cx="4184700" cy="22881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Clr>
                <a:schemeClr val="lt1"/>
              </a:buClr>
              <a:buSzPts val="1700"/>
              <a:buChar char="●"/>
              <a:defRPr>
                <a:solidFill>
                  <a:schemeClr val="lt1"/>
                </a:solidFill>
              </a:defRPr>
            </a:lvl1pPr>
            <a:lvl2pPr marL="914400" lvl="1" indent="-336550">
              <a:spcBef>
                <a:spcPts val="0"/>
              </a:spcBef>
              <a:spcAft>
                <a:spcPts val="0"/>
              </a:spcAft>
              <a:buClr>
                <a:schemeClr val="lt1"/>
              </a:buClr>
              <a:buSzPts val="1700"/>
              <a:buChar char="○"/>
              <a:defRPr>
                <a:solidFill>
                  <a:schemeClr val="lt1"/>
                </a:solidFill>
              </a:defRPr>
            </a:lvl2pPr>
            <a:lvl3pPr marL="1371600" lvl="2" indent="-336550">
              <a:spcBef>
                <a:spcPts val="0"/>
              </a:spcBef>
              <a:spcAft>
                <a:spcPts val="0"/>
              </a:spcAft>
              <a:buClr>
                <a:schemeClr val="lt1"/>
              </a:buClr>
              <a:buSzPts val="1700"/>
              <a:buChar char="■"/>
              <a:defRPr>
                <a:solidFill>
                  <a:schemeClr val="lt1"/>
                </a:solidFill>
              </a:defRPr>
            </a:lvl3pPr>
            <a:lvl4pPr marL="1828800" lvl="3" indent="-336550">
              <a:spcBef>
                <a:spcPts val="0"/>
              </a:spcBef>
              <a:spcAft>
                <a:spcPts val="0"/>
              </a:spcAft>
              <a:buClr>
                <a:schemeClr val="lt1"/>
              </a:buClr>
              <a:buSzPts val="1700"/>
              <a:buChar char="●"/>
              <a:defRPr>
                <a:solidFill>
                  <a:schemeClr val="lt1"/>
                </a:solidFill>
              </a:defRPr>
            </a:lvl4pPr>
            <a:lvl5pPr marL="2286000" lvl="4" indent="-336550">
              <a:spcBef>
                <a:spcPts val="0"/>
              </a:spcBef>
              <a:spcAft>
                <a:spcPts val="0"/>
              </a:spcAft>
              <a:buClr>
                <a:schemeClr val="lt1"/>
              </a:buClr>
              <a:buSzPts val="1700"/>
              <a:buChar char="○"/>
              <a:defRPr>
                <a:solidFill>
                  <a:schemeClr val="lt1"/>
                </a:solidFill>
              </a:defRPr>
            </a:lvl5pPr>
            <a:lvl6pPr marL="2743200" lvl="5" indent="-336550">
              <a:spcBef>
                <a:spcPts val="0"/>
              </a:spcBef>
              <a:spcAft>
                <a:spcPts val="0"/>
              </a:spcAft>
              <a:buClr>
                <a:schemeClr val="lt1"/>
              </a:buClr>
              <a:buSzPts val="1700"/>
              <a:buChar char="■"/>
              <a:defRPr>
                <a:solidFill>
                  <a:schemeClr val="lt1"/>
                </a:solidFill>
              </a:defRPr>
            </a:lvl6pPr>
            <a:lvl7pPr marL="3200400" lvl="6" indent="-336550">
              <a:spcBef>
                <a:spcPts val="0"/>
              </a:spcBef>
              <a:spcAft>
                <a:spcPts val="0"/>
              </a:spcAft>
              <a:buClr>
                <a:schemeClr val="lt1"/>
              </a:buClr>
              <a:buSzPts val="1700"/>
              <a:buChar char="●"/>
              <a:defRPr>
                <a:solidFill>
                  <a:schemeClr val="lt1"/>
                </a:solidFill>
              </a:defRPr>
            </a:lvl7pPr>
            <a:lvl8pPr marL="3657600" lvl="7" indent="-336550">
              <a:spcBef>
                <a:spcPts val="0"/>
              </a:spcBef>
              <a:spcAft>
                <a:spcPts val="0"/>
              </a:spcAft>
              <a:buClr>
                <a:schemeClr val="lt1"/>
              </a:buClr>
              <a:buSzPts val="1700"/>
              <a:buChar char="○"/>
              <a:defRPr>
                <a:solidFill>
                  <a:schemeClr val="lt1"/>
                </a:solidFill>
              </a:defRPr>
            </a:lvl8pPr>
            <a:lvl9pPr marL="4114800" lvl="8" indent="-336550">
              <a:spcBef>
                <a:spcPts val="0"/>
              </a:spcBef>
              <a:spcAft>
                <a:spcPts val="0"/>
              </a:spcAft>
              <a:buClr>
                <a:schemeClr val="lt1"/>
              </a:buClr>
              <a:buSzPts val="1700"/>
              <a:buChar char="■"/>
              <a:defRPr>
                <a:solidFill>
                  <a:schemeClr val="lt1"/>
                </a:solidFill>
              </a:defRPr>
            </a:lvl9pPr>
          </a:lstStyle>
          <a:p>
            <a:endParaRPr/>
          </a:p>
        </p:txBody>
      </p:sp>
      <p:sp>
        <p:nvSpPr>
          <p:cNvPr id="290" name="Google Shape;290;p44"/>
          <p:cNvSpPr txBox="1">
            <a:spLocks noGrp="1"/>
          </p:cNvSpPr>
          <p:nvPr>
            <p:ph type="subTitle" idx="2"/>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
        <p:nvSpPr>
          <p:cNvPr id="291" name="Google Shape;291;p44"/>
          <p:cNvSpPr txBox="1">
            <a:spLocks noGrp="1"/>
          </p:cNvSpPr>
          <p:nvPr>
            <p:ph type="subTitle" idx="3"/>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ody and image 2">
  <p:cSld name="MAIN_POINT">
    <p:bg>
      <p:bgPr>
        <a:solidFill>
          <a:schemeClr val="lt1"/>
        </a:solidFill>
        <a:effectLst/>
      </p:bgPr>
    </p:bg>
    <p:spTree>
      <p:nvGrpSpPr>
        <p:cNvPr id="1" name="Shape 292"/>
        <p:cNvGrpSpPr/>
        <p:nvPr/>
      </p:nvGrpSpPr>
      <p:grpSpPr>
        <a:xfrm>
          <a:off x="0" y="0"/>
          <a:ext cx="0" cy="0"/>
          <a:chOff x="0" y="0"/>
          <a:chExt cx="0" cy="0"/>
        </a:xfrm>
      </p:grpSpPr>
      <p:sp>
        <p:nvSpPr>
          <p:cNvPr id="293" name="Google Shape;293;p45"/>
          <p:cNvSpPr>
            <a:spLocks noGrp="1"/>
          </p:cNvSpPr>
          <p:nvPr>
            <p:ph type="pic" idx="2"/>
          </p:nvPr>
        </p:nvSpPr>
        <p:spPr>
          <a:xfrm rot="300107">
            <a:off x="4903200" y="846465"/>
            <a:ext cx="3950142" cy="3456249"/>
          </a:xfrm>
          <a:prstGeom prst="snip1Rect">
            <a:avLst>
              <a:gd name="adj" fmla="val 16667"/>
            </a:avLst>
          </a:prstGeom>
          <a:noFill/>
          <a:ln>
            <a:noFill/>
          </a:ln>
        </p:spPr>
      </p:sp>
      <p:sp>
        <p:nvSpPr>
          <p:cNvPr id="294" name="Google Shape;294;p45"/>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95" name="Google Shape;295;p45"/>
          <p:cNvSpPr txBox="1">
            <a:spLocks noGrp="1"/>
          </p:cNvSpPr>
          <p:nvPr>
            <p:ph type="title"/>
          </p:nvPr>
        </p:nvSpPr>
        <p:spPr>
          <a:xfrm>
            <a:off x="333925" y="1249533"/>
            <a:ext cx="3662100" cy="9606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6" name="Google Shape;296;p45"/>
          <p:cNvSpPr txBox="1">
            <a:spLocks noGrp="1"/>
          </p:cNvSpPr>
          <p:nvPr>
            <p:ph type="body" idx="1"/>
          </p:nvPr>
        </p:nvSpPr>
        <p:spPr>
          <a:xfrm>
            <a:off x="333925" y="2291390"/>
            <a:ext cx="3662100" cy="14931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297" name="Google Shape;297;p45"/>
          <p:cNvSpPr txBox="1">
            <a:spLocks noGrp="1"/>
          </p:cNvSpPr>
          <p:nvPr>
            <p:ph type="subTitle" idx="3"/>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298" name="Google Shape;298;p45"/>
          <p:cNvSpPr txBox="1">
            <a:spLocks noGrp="1"/>
          </p:cNvSpPr>
          <p:nvPr>
            <p:ph type="subTitle" idx="4"/>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ody and image 3">
  <p:cSld name="MAIN_POINT_1">
    <p:bg>
      <p:bgPr>
        <a:solidFill>
          <a:schemeClr val="lt1"/>
        </a:solidFill>
        <a:effectLst/>
      </p:bgPr>
    </p:bg>
    <p:spTree>
      <p:nvGrpSpPr>
        <p:cNvPr id="1" name="Shape 299"/>
        <p:cNvGrpSpPr/>
        <p:nvPr/>
      </p:nvGrpSpPr>
      <p:grpSpPr>
        <a:xfrm>
          <a:off x="0" y="0"/>
          <a:ext cx="0" cy="0"/>
          <a:chOff x="0" y="0"/>
          <a:chExt cx="0" cy="0"/>
        </a:xfrm>
      </p:grpSpPr>
      <p:sp>
        <p:nvSpPr>
          <p:cNvPr id="300" name="Google Shape;300;p46"/>
          <p:cNvSpPr>
            <a:spLocks noGrp="1"/>
          </p:cNvSpPr>
          <p:nvPr>
            <p:ph type="pic" idx="2"/>
          </p:nvPr>
        </p:nvSpPr>
        <p:spPr>
          <a:xfrm rot="-300067">
            <a:off x="550589" y="883785"/>
            <a:ext cx="3630622" cy="3658027"/>
          </a:xfrm>
          <a:prstGeom prst="snip1Rect">
            <a:avLst>
              <a:gd name="adj" fmla="val 16667"/>
            </a:avLst>
          </a:prstGeom>
          <a:noFill/>
          <a:ln>
            <a:noFill/>
          </a:ln>
        </p:spPr>
      </p:sp>
      <p:sp>
        <p:nvSpPr>
          <p:cNvPr id="301" name="Google Shape;301;p46"/>
          <p:cNvSpPr txBox="1">
            <a:spLocks noGrp="1"/>
          </p:cNvSpPr>
          <p:nvPr>
            <p:ph type="sldNum" idx="12"/>
          </p:nvPr>
        </p:nvSpPr>
        <p:spPr>
          <a:xfrm>
            <a:off x="8318025" y="205550"/>
            <a:ext cx="548700" cy="393600"/>
          </a:xfrm>
          <a:prstGeom prst="rect">
            <a:avLst/>
          </a:prstGeom>
        </p:spPr>
        <p:txBody>
          <a:bodyPr spcFirstLastPara="1" wrap="square" lIns="91425" tIns="91425" rIns="91425" bIns="91425" anchor="t"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02" name="Google Shape;302;p46"/>
          <p:cNvSpPr txBox="1">
            <a:spLocks noGrp="1"/>
          </p:cNvSpPr>
          <p:nvPr>
            <p:ph type="title"/>
          </p:nvPr>
        </p:nvSpPr>
        <p:spPr>
          <a:xfrm>
            <a:off x="5204625" y="1249533"/>
            <a:ext cx="3662100" cy="9606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3" name="Google Shape;303;p46"/>
          <p:cNvSpPr txBox="1">
            <a:spLocks noGrp="1"/>
          </p:cNvSpPr>
          <p:nvPr>
            <p:ph type="body" idx="1"/>
          </p:nvPr>
        </p:nvSpPr>
        <p:spPr>
          <a:xfrm>
            <a:off x="5204625" y="2291390"/>
            <a:ext cx="3662100" cy="1493100"/>
          </a:xfrm>
          <a:prstGeom prst="rect">
            <a:avLst/>
          </a:prstGeom>
        </p:spPr>
        <p:txBody>
          <a:bodyPr spcFirstLastPara="1" wrap="square" lIns="91425" tIns="91425" rIns="91425" bIns="91425" anchor="t" anchorCtr="0">
            <a:spAutoFit/>
          </a:bodyPr>
          <a:lstStyle>
            <a:lvl1pPr marL="457200" lvl="0" indent="-336550">
              <a:spcBef>
                <a:spcPts val="0"/>
              </a:spcBef>
              <a:spcAft>
                <a:spcPts val="0"/>
              </a:spcAft>
              <a:buSzPts val="1700"/>
              <a:buChar char="●"/>
              <a:defRPr/>
            </a:lvl1pPr>
            <a:lvl2pPr marL="914400" lvl="1" indent="-336550">
              <a:spcBef>
                <a:spcPts val="0"/>
              </a:spcBef>
              <a:spcAft>
                <a:spcPts val="0"/>
              </a:spcAft>
              <a:buSzPts val="1700"/>
              <a:buChar char="○"/>
              <a:defRPr/>
            </a:lvl2pPr>
            <a:lvl3pPr marL="1371600" lvl="2" indent="-336550">
              <a:spcBef>
                <a:spcPts val="0"/>
              </a:spcBef>
              <a:spcAft>
                <a:spcPts val="0"/>
              </a:spcAft>
              <a:buSzPts val="1700"/>
              <a:buChar char="■"/>
              <a:defRPr/>
            </a:lvl3pPr>
            <a:lvl4pPr marL="1828800" lvl="3" indent="-336550">
              <a:spcBef>
                <a:spcPts val="0"/>
              </a:spcBef>
              <a:spcAft>
                <a:spcPts val="0"/>
              </a:spcAft>
              <a:buSzPts val="1700"/>
              <a:buChar char="●"/>
              <a:defRPr/>
            </a:lvl4pPr>
            <a:lvl5pPr marL="2286000" lvl="4" indent="-336550">
              <a:spcBef>
                <a:spcPts val="0"/>
              </a:spcBef>
              <a:spcAft>
                <a:spcPts val="0"/>
              </a:spcAft>
              <a:buSzPts val="1700"/>
              <a:buChar char="○"/>
              <a:defRPr/>
            </a:lvl5pPr>
            <a:lvl6pPr marL="2743200" lvl="5" indent="-336550">
              <a:spcBef>
                <a:spcPts val="0"/>
              </a:spcBef>
              <a:spcAft>
                <a:spcPts val="0"/>
              </a:spcAft>
              <a:buSzPts val="1700"/>
              <a:buChar char="■"/>
              <a:defRPr/>
            </a:lvl6pPr>
            <a:lvl7pPr marL="3200400" lvl="6" indent="-336550">
              <a:spcBef>
                <a:spcPts val="0"/>
              </a:spcBef>
              <a:spcAft>
                <a:spcPts val="0"/>
              </a:spcAft>
              <a:buSzPts val="1700"/>
              <a:buChar char="●"/>
              <a:defRPr/>
            </a:lvl7pPr>
            <a:lvl8pPr marL="3657600" lvl="7" indent="-336550">
              <a:spcBef>
                <a:spcPts val="0"/>
              </a:spcBef>
              <a:spcAft>
                <a:spcPts val="0"/>
              </a:spcAft>
              <a:buSzPts val="1700"/>
              <a:buChar char="○"/>
              <a:defRPr/>
            </a:lvl8pPr>
            <a:lvl9pPr marL="4114800" lvl="8" indent="-336550">
              <a:spcBef>
                <a:spcPts val="0"/>
              </a:spcBef>
              <a:spcAft>
                <a:spcPts val="0"/>
              </a:spcAft>
              <a:buSzPts val="1700"/>
              <a:buChar char="■"/>
              <a:defRPr/>
            </a:lvl9pPr>
          </a:lstStyle>
          <a:p>
            <a:endParaRPr/>
          </a:p>
        </p:txBody>
      </p:sp>
      <p:sp>
        <p:nvSpPr>
          <p:cNvPr id="304" name="Google Shape;304;p46"/>
          <p:cNvSpPr txBox="1">
            <a:spLocks noGrp="1"/>
          </p:cNvSpPr>
          <p:nvPr>
            <p:ph type="subTitle" idx="3"/>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305" name="Google Shape;305;p46"/>
          <p:cNvSpPr txBox="1">
            <a:spLocks noGrp="1"/>
          </p:cNvSpPr>
          <p:nvPr>
            <p:ph type="subTitle" idx="4"/>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Images and descriptions">
  <p:cSld name="SECTION_TITLE_AND_DESCRIPTION">
    <p:bg>
      <p:bgPr>
        <a:solidFill>
          <a:schemeClr val="lt1"/>
        </a:solidFill>
        <a:effectLst/>
      </p:bgPr>
    </p:bg>
    <p:spTree>
      <p:nvGrpSpPr>
        <p:cNvPr id="1" name="Shape 306"/>
        <p:cNvGrpSpPr/>
        <p:nvPr/>
      </p:nvGrpSpPr>
      <p:grpSpPr>
        <a:xfrm>
          <a:off x="0" y="0"/>
          <a:ext cx="0" cy="0"/>
          <a:chOff x="0" y="0"/>
          <a:chExt cx="0" cy="0"/>
        </a:xfrm>
      </p:grpSpPr>
      <p:sp>
        <p:nvSpPr>
          <p:cNvPr id="307" name="Google Shape;307;p47"/>
          <p:cNvSpPr>
            <a:spLocks noGrp="1"/>
          </p:cNvSpPr>
          <p:nvPr>
            <p:ph type="pic" idx="2"/>
          </p:nvPr>
        </p:nvSpPr>
        <p:spPr>
          <a:xfrm>
            <a:off x="3544863" y="1543050"/>
            <a:ext cx="2057400" cy="2057400"/>
          </a:xfrm>
          <a:prstGeom prst="snip1Rect">
            <a:avLst>
              <a:gd name="adj" fmla="val 24426"/>
            </a:avLst>
          </a:prstGeom>
          <a:noFill/>
          <a:ln>
            <a:noFill/>
          </a:ln>
        </p:spPr>
      </p:sp>
      <p:sp>
        <p:nvSpPr>
          <p:cNvPr id="308" name="Google Shape;308;p47"/>
          <p:cNvSpPr>
            <a:spLocks noGrp="1"/>
          </p:cNvSpPr>
          <p:nvPr>
            <p:ph type="pic" idx="3"/>
          </p:nvPr>
        </p:nvSpPr>
        <p:spPr>
          <a:xfrm>
            <a:off x="6658538" y="1543050"/>
            <a:ext cx="2057400" cy="2057400"/>
          </a:xfrm>
          <a:prstGeom prst="snip1Rect">
            <a:avLst>
              <a:gd name="adj" fmla="val 24426"/>
            </a:avLst>
          </a:prstGeom>
          <a:noFill/>
          <a:ln>
            <a:noFill/>
          </a:ln>
        </p:spPr>
      </p:sp>
      <p:sp>
        <p:nvSpPr>
          <p:cNvPr id="309" name="Google Shape;309;p47"/>
          <p:cNvSpPr>
            <a:spLocks noGrp="1"/>
          </p:cNvSpPr>
          <p:nvPr>
            <p:ph type="pic" idx="4"/>
          </p:nvPr>
        </p:nvSpPr>
        <p:spPr>
          <a:xfrm>
            <a:off x="431200" y="1543050"/>
            <a:ext cx="2057400" cy="2057400"/>
          </a:xfrm>
          <a:prstGeom prst="snip1Rect">
            <a:avLst>
              <a:gd name="adj" fmla="val 24426"/>
            </a:avLst>
          </a:prstGeom>
          <a:noFill/>
          <a:ln>
            <a:noFill/>
          </a:ln>
        </p:spPr>
      </p:sp>
      <p:sp>
        <p:nvSpPr>
          <p:cNvPr id="310" name="Google Shape;310;p47"/>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11" name="Google Shape;311;p47"/>
          <p:cNvSpPr txBox="1">
            <a:spLocks noGrp="1"/>
          </p:cNvSpPr>
          <p:nvPr>
            <p:ph type="title"/>
          </p:nvPr>
        </p:nvSpPr>
        <p:spPr>
          <a:xfrm>
            <a:off x="333925" y="587150"/>
            <a:ext cx="8475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2" name="Google Shape;312;p47"/>
          <p:cNvSpPr txBox="1">
            <a:spLocks noGrp="1"/>
          </p:cNvSpPr>
          <p:nvPr>
            <p:ph type="subTitle" idx="1"/>
          </p:nvPr>
        </p:nvSpPr>
        <p:spPr>
          <a:xfrm>
            <a:off x="381100" y="3676650"/>
            <a:ext cx="2107500" cy="354000"/>
          </a:xfrm>
          <a:prstGeom prst="rect">
            <a:avLst/>
          </a:prstGeom>
        </p:spPr>
        <p:txBody>
          <a:bodyPr spcFirstLastPara="1" wrap="square" lIns="91425" tIns="91425" rIns="91425" bIns="91425" anchor="t" anchorCtr="0">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a:endParaRPr/>
          </a:p>
        </p:txBody>
      </p:sp>
      <p:sp>
        <p:nvSpPr>
          <p:cNvPr id="313" name="Google Shape;313;p47"/>
          <p:cNvSpPr txBox="1">
            <a:spLocks noGrp="1"/>
          </p:cNvSpPr>
          <p:nvPr>
            <p:ph type="subTitle" idx="5"/>
          </p:nvPr>
        </p:nvSpPr>
        <p:spPr>
          <a:xfrm>
            <a:off x="3494775" y="3676650"/>
            <a:ext cx="2107500" cy="354000"/>
          </a:xfrm>
          <a:prstGeom prst="rect">
            <a:avLst/>
          </a:prstGeom>
        </p:spPr>
        <p:txBody>
          <a:bodyPr spcFirstLastPara="1" wrap="square" lIns="91425" tIns="91425" rIns="91425" bIns="91425" anchor="t" anchorCtr="0">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a:endParaRPr/>
          </a:p>
        </p:txBody>
      </p:sp>
      <p:sp>
        <p:nvSpPr>
          <p:cNvPr id="314" name="Google Shape;314;p47"/>
          <p:cNvSpPr txBox="1">
            <a:spLocks noGrp="1"/>
          </p:cNvSpPr>
          <p:nvPr>
            <p:ph type="subTitle" idx="6"/>
          </p:nvPr>
        </p:nvSpPr>
        <p:spPr>
          <a:xfrm>
            <a:off x="6608438" y="3676650"/>
            <a:ext cx="2107500" cy="354000"/>
          </a:xfrm>
          <a:prstGeom prst="rect">
            <a:avLst/>
          </a:prstGeom>
        </p:spPr>
        <p:txBody>
          <a:bodyPr spcFirstLastPara="1" wrap="square" lIns="91425" tIns="91425" rIns="91425" bIns="91425" anchor="t" anchorCtr="0">
            <a:spAutoFit/>
          </a:bodyPr>
          <a:lstStyle>
            <a:lvl1pPr lvl="0">
              <a:spcBef>
                <a:spcPts val="0"/>
              </a:spcBef>
              <a:spcAft>
                <a:spcPts val="0"/>
              </a:spcAft>
              <a:buSzPts val="1100"/>
              <a:buFont typeface="Inter Tight Medium"/>
              <a:buNone/>
              <a:defRPr sz="1100">
                <a:latin typeface="Inter Tight Medium"/>
                <a:ea typeface="Inter Tight Medium"/>
                <a:cs typeface="Inter Tight Medium"/>
                <a:sym typeface="Inter Tight Medium"/>
              </a:defRPr>
            </a:lvl1pPr>
            <a:lvl2pPr lvl="1">
              <a:spcBef>
                <a:spcPts val="0"/>
              </a:spcBef>
              <a:spcAft>
                <a:spcPts val="0"/>
              </a:spcAft>
              <a:buSzPts val="1100"/>
              <a:buFont typeface="Inter Tight Medium"/>
              <a:buNone/>
              <a:defRPr sz="1100">
                <a:latin typeface="Inter Tight Medium"/>
                <a:ea typeface="Inter Tight Medium"/>
                <a:cs typeface="Inter Tight Medium"/>
                <a:sym typeface="Inter Tight Medium"/>
              </a:defRPr>
            </a:lvl2pPr>
            <a:lvl3pPr lvl="2">
              <a:spcBef>
                <a:spcPts val="0"/>
              </a:spcBef>
              <a:spcAft>
                <a:spcPts val="0"/>
              </a:spcAft>
              <a:buSzPts val="1100"/>
              <a:buFont typeface="Inter Tight Medium"/>
              <a:buNone/>
              <a:defRPr sz="1100">
                <a:latin typeface="Inter Tight Medium"/>
                <a:ea typeface="Inter Tight Medium"/>
                <a:cs typeface="Inter Tight Medium"/>
                <a:sym typeface="Inter Tight Medium"/>
              </a:defRPr>
            </a:lvl3pPr>
            <a:lvl4pPr lvl="3">
              <a:spcBef>
                <a:spcPts val="0"/>
              </a:spcBef>
              <a:spcAft>
                <a:spcPts val="0"/>
              </a:spcAft>
              <a:buSzPts val="1100"/>
              <a:buFont typeface="Inter Tight Medium"/>
              <a:buNone/>
              <a:defRPr sz="1100">
                <a:latin typeface="Inter Tight Medium"/>
                <a:ea typeface="Inter Tight Medium"/>
                <a:cs typeface="Inter Tight Medium"/>
                <a:sym typeface="Inter Tight Medium"/>
              </a:defRPr>
            </a:lvl4pPr>
            <a:lvl5pPr lvl="4">
              <a:spcBef>
                <a:spcPts val="0"/>
              </a:spcBef>
              <a:spcAft>
                <a:spcPts val="0"/>
              </a:spcAft>
              <a:buSzPts val="1100"/>
              <a:buFont typeface="Inter Tight Medium"/>
              <a:buNone/>
              <a:defRPr sz="1100">
                <a:latin typeface="Inter Tight Medium"/>
                <a:ea typeface="Inter Tight Medium"/>
                <a:cs typeface="Inter Tight Medium"/>
                <a:sym typeface="Inter Tight Medium"/>
              </a:defRPr>
            </a:lvl5pPr>
            <a:lvl6pPr lvl="5">
              <a:spcBef>
                <a:spcPts val="0"/>
              </a:spcBef>
              <a:spcAft>
                <a:spcPts val="0"/>
              </a:spcAft>
              <a:buSzPts val="1100"/>
              <a:buFont typeface="Inter Tight Medium"/>
              <a:buNone/>
              <a:defRPr sz="1100">
                <a:latin typeface="Inter Tight Medium"/>
                <a:ea typeface="Inter Tight Medium"/>
                <a:cs typeface="Inter Tight Medium"/>
                <a:sym typeface="Inter Tight Medium"/>
              </a:defRPr>
            </a:lvl6pPr>
            <a:lvl7pPr lvl="6">
              <a:spcBef>
                <a:spcPts val="0"/>
              </a:spcBef>
              <a:spcAft>
                <a:spcPts val="0"/>
              </a:spcAft>
              <a:buSzPts val="1100"/>
              <a:buFont typeface="Inter Tight Medium"/>
              <a:buNone/>
              <a:defRPr sz="1100">
                <a:latin typeface="Inter Tight Medium"/>
                <a:ea typeface="Inter Tight Medium"/>
                <a:cs typeface="Inter Tight Medium"/>
                <a:sym typeface="Inter Tight Medium"/>
              </a:defRPr>
            </a:lvl7pPr>
            <a:lvl8pPr lvl="7">
              <a:spcBef>
                <a:spcPts val="0"/>
              </a:spcBef>
              <a:spcAft>
                <a:spcPts val="0"/>
              </a:spcAft>
              <a:buSzPts val="1100"/>
              <a:buFont typeface="Inter Tight Medium"/>
              <a:buNone/>
              <a:defRPr sz="1100">
                <a:latin typeface="Inter Tight Medium"/>
                <a:ea typeface="Inter Tight Medium"/>
                <a:cs typeface="Inter Tight Medium"/>
                <a:sym typeface="Inter Tight Medium"/>
              </a:defRPr>
            </a:lvl8pPr>
            <a:lvl9pPr lvl="8">
              <a:spcBef>
                <a:spcPts val="0"/>
              </a:spcBef>
              <a:spcAft>
                <a:spcPts val="0"/>
              </a:spcAft>
              <a:buSzPts val="1100"/>
              <a:buFont typeface="Inter Tight Medium"/>
              <a:buNone/>
              <a:defRPr sz="1100">
                <a:latin typeface="Inter Tight Medium"/>
                <a:ea typeface="Inter Tight Medium"/>
                <a:cs typeface="Inter Tight Medium"/>
                <a:sym typeface="Inter Tight Medium"/>
              </a:defRPr>
            </a:lvl9pPr>
          </a:lstStyle>
          <a:p>
            <a:endParaRPr/>
          </a:p>
        </p:txBody>
      </p:sp>
      <p:sp>
        <p:nvSpPr>
          <p:cNvPr id="315" name="Google Shape;315;p47"/>
          <p:cNvSpPr txBox="1">
            <a:spLocks noGrp="1"/>
          </p:cNvSpPr>
          <p:nvPr>
            <p:ph type="subTitle" idx="7"/>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316" name="Google Shape;316;p47"/>
          <p:cNvSpPr txBox="1">
            <a:spLocks noGrp="1"/>
          </p:cNvSpPr>
          <p:nvPr>
            <p:ph type="subTitle" idx="8"/>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two column bullet points">
  <p:cSld name="CAPTION_ONLY">
    <p:bg>
      <p:bgPr>
        <a:solidFill>
          <a:schemeClr val="lt1"/>
        </a:solidFill>
        <a:effectLst/>
      </p:bgPr>
    </p:bg>
    <p:spTree>
      <p:nvGrpSpPr>
        <p:cNvPr id="1" name="Shape 317"/>
        <p:cNvGrpSpPr/>
        <p:nvPr/>
      </p:nvGrpSpPr>
      <p:grpSpPr>
        <a:xfrm>
          <a:off x="0" y="0"/>
          <a:ext cx="0" cy="0"/>
          <a:chOff x="0" y="0"/>
          <a:chExt cx="0" cy="0"/>
        </a:xfrm>
      </p:grpSpPr>
      <p:grpSp>
        <p:nvGrpSpPr>
          <p:cNvPr id="318" name="Google Shape;318;p48"/>
          <p:cNvGrpSpPr/>
          <p:nvPr/>
        </p:nvGrpSpPr>
        <p:grpSpPr>
          <a:xfrm>
            <a:off x="0" y="-444900"/>
            <a:ext cx="9144000" cy="5588500"/>
            <a:chOff x="0" y="-444900"/>
            <a:chExt cx="9144000" cy="5588500"/>
          </a:xfrm>
        </p:grpSpPr>
        <p:grpSp>
          <p:nvGrpSpPr>
            <p:cNvPr id="319" name="Google Shape;319;p48"/>
            <p:cNvGrpSpPr/>
            <p:nvPr/>
          </p:nvGrpSpPr>
          <p:grpSpPr>
            <a:xfrm>
              <a:off x="0" y="100"/>
              <a:ext cx="9144000" cy="5143500"/>
              <a:chOff x="0" y="100"/>
              <a:chExt cx="9144000" cy="5143500"/>
            </a:xfrm>
          </p:grpSpPr>
          <p:sp>
            <p:nvSpPr>
              <p:cNvPr id="320" name="Google Shape;320;p48"/>
              <p:cNvSpPr/>
              <p:nvPr/>
            </p:nvSpPr>
            <p:spPr>
              <a:xfrm>
                <a:off x="0" y="100"/>
                <a:ext cx="9144000" cy="5143500"/>
              </a:xfrm>
              <a:prstGeom prst="snip1Rect">
                <a:avLst>
                  <a:gd name="adj" fmla="val 40868"/>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Inter Tight"/>
                  <a:ea typeface="Inter Tight"/>
                  <a:cs typeface="Inter Tight"/>
                  <a:sym typeface="Inter Tight"/>
                </a:endParaRPr>
              </a:p>
            </p:txBody>
          </p:sp>
          <p:sp>
            <p:nvSpPr>
              <p:cNvPr id="321" name="Google Shape;321;p48"/>
              <p:cNvSpPr/>
              <p:nvPr/>
            </p:nvSpPr>
            <p:spPr>
              <a:xfrm rot="10800000">
                <a:off x="7036475" y="1219850"/>
                <a:ext cx="2107500" cy="18615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Inter Tight"/>
                  <a:ea typeface="Inter Tight"/>
                  <a:cs typeface="Inter Tight"/>
                  <a:sym typeface="Inter Tight"/>
                </a:endParaRPr>
              </a:p>
            </p:txBody>
          </p:sp>
        </p:grpSp>
        <p:sp>
          <p:nvSpPr>
            <p:cNvPr id="322" name="Google Shape;322;p48"/>
            <p:cNvSpPr/>
            <p:nvPr/>
          </p:nvSpPr>
          <p:spPr>
            <a:xfrm rot="4500068" flipH="1">
              <a:off x="7230762" y="-248045"/>
              <a:ext cx="1723726" cy="1714991"/>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323" name="Google Shape;323;p48"/>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24" name="Google Shape;324;p48"/>
          <p:cNvSpPr txBox="1">
            <a:spLocks noGrp="1"/>
          </p:cNvSpPr>
          <p:nvPr>
            <p:ph type="title"/>
          </p:nvPr>
        </p:nvSpPr>
        <p:spPr>
          <a:xfrm>
            <a:off x="333925" y="1249513"/>
            <a:ext cx="3662100" cy="9606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25" name="Google Shape;325;p48"/>
          <p:cNvSpPr txBox="1">
            <a:spLocks noGrp="1"/>
          </p:cNvSpPr>
          <p:nvPr>
            <p:ph type="body" idx="1"/>
          </p:nvPr>
        </p:nvSpPr>
        <p:spPr>
          <a:xfrm>
            <a:off x="333925" y="2291377"/>
            <a:ext cx="3662100" cy="2028300"/>
          </a:xfrm>
          <a:prstGeom prst="rect">
            <a:avLst/>
          </a:prstGeom>
        </p:spPr>
        <p:txBody>
          <a:bodyPr spcFirstLastPara="1" wrap="square" lIns="91425" tIns="91425" rIns="91425" bIns="91425" anchor="t" anchorCtr="0">
            <a:spAutoFit/>
          </a:bodyPr>
          <a:lstStyle>
            <a:lvl1pPr marL="457200" lvl="0" indent="-336550">
              <a:lnSpc>
                <a:spcPct val="115000"/>
              </a:lnSpc>
              <a:spcBef>
                <a:spcPts val="0"/>
              </a:spcBef>
              <a:spcAft>
                <a:spcPts val="0"/>
              </a:spcAft>
              <a:buClr>
                <a:schemeClr val="lt1"/>
              </a:buClr>
              <a:buSzPts val="1700"/>
              <a:buChar char="●"/>
              <a:defRPr>
                <a:solidFill>
                  <a:schemeClr val="lt1"/>
                </a:solidFill>
              </a:defRPr>
            </a:lvl1pPr>
            <a:lvl2pPr marL="914400" lvl="1" indent="-336550">
              <a:lnSpc>
                <a:spcPct val="115000"/>
              </a:lnSpc>
              <a:spcBef>
                <a:spcPts val="0"/>
              </a:spcBef>
              <a:spcAft>
                <a:spcPts val="0"/>
              </a:spcAft>
              <a:buClr>
                <a:schemeClr val="lt1"/>
              </a:buClr>
              <a:buSzPts val="1700"/>
              <a:buChar char="○"/>
              <a:defRPr>
                <a:solidFill>
                  <a:schemeClr val="lt1"/>
                </a:solidFill>
              </a:defRPr>
            </a:lvl2pPr>
            <a:lvl3pPr marL="1371600" lvl="2" indent="-336550">
              <a:lnSpc>
                <a:spcPct val="115000"/>
              </a:lnSpc>
              <a:spcBef>
                <a:spcPts val="0"/>
              </a:spcBef>
              <a:spcAft>
                <a:spcPts val="0"/>
              </a:spcAft>
              <a:buClr>
                <a:schemeClr val="lt1"/>
              </a:buClr>
              <a:buSzPts val="1700"/>
              <a:buChar char="■"/>
              <a:defRPr>
                <a:solidFill>
                  <a:schemeClr val="lt1"/>
                </a:solidFill>
              </a:defRPr>
            </a:lvl3pPr>
            <a:lvl4pPr marL="1828800" lvl="3" indent="-336550">
              <a:lnSpc>
                <a:spcPct val="115000"/>
              </a:lnSpc>
              <a:spcBef>
                <a:spcPts val="0"/>
              </a:spcBef>
              <a:spcAft>
                <a:spcPts val="0"/>
              </a:spcAft>
              <a:buClr>
                <a:schemeClr val="lt1"/>
              </a:buClr>
              <a:buSzPts val="1700"/>
              <a:buChar char="●"/>
              <a:defRPr>
                <a:solidFill>
                  <a:schemeClr val="lt1"/>
                </a:solidFill>
              </a:defRPr>
            </a:lvl4pPr>
            <a:lvl5pPr marL="2286000" lvl="4" indent="-336550">
              <a:lnSpc>
                <a:spcPct val="115000"/>
              </a:lnSpc>
              <a:spcBef>
                <a:spcPts val="0"/>
              </a:spcBef>
              <a:spcAft>
                <a:spcPts val="0"/>
              </a:spcAft>
              <a:buClr>
                <a:schemeClr val="lt1"/>
              </a:buClr>
              <a:buSzPts val="1700"/>
              <a:buChar char="○"/>
              <a:defRPr>
                <a:solidFill>
                  <a:schemeClr val="lt1"/>
                </a:solidFill>
              </a:defRPr>
            </a:lvl5pPr>
            <a:lvl6pPr marL="2743200" lvl="5" indent="-336550">
              <a:lnSpc>
                <a:spcPct val="115000"/>
              </a:lnSpc>
              <a:spcBef>
                <a:spcPts val="0"/>
              </a:spcBef>
              <a:spcAft>
                <a:spcPts val="0"/>
              </a:spcAft>
              <a:buClr>
                <a:schemeClr val="lt1"/>
              </a:buClr>
              <a:buSzPts val="1700"/>
              <a:buChar char="■"/>
              <a:defRPr>
                <a:solidFill>
                  <a:schemeClr val="lt1"/>
                </a:solidFill>
              </a:defRPr>
            </a:lvl6pPr>
            <a:lvl7pPr marL="3200400" lvl="6" indent="-336550">
              <a:lnSpc>
                <a:spcPct val="115000"/>
              </a:lnSpc>
              <a:spcBef>
                <a:spcPts val="0"/>
              </a:spcBef>
              <a:spcAft>
                <a:spcPts val="0"/>
              </a:spcAft>
              <a:buClr>
                <a:schemeClr val="lt1"/>
              </a:buClr>
              <a:buSzPts val="1700"/>
              <a:buChar char="●"/>
              <a:defRPr>
                <a:solidFill>
                  <a:schemeClr val="lt1"/>
                </a:solidFill>
              </a:defRPr>
            </a:lvl7pPr>
            <a:lvl8pPr marL="3657600" lvl="7" indent="-336550">
              <a:lnSpc>
                <a:spcPct val="115000"/>
              </a:lnSpc>
              <a:spcBef>
                <a:spcPts val="0"/>
              </a:spcBef>
              <a:spcAft>
                <a:spcPts val="0"/>
              </a:spcAft>
              <a:buClr>
                <a:schemeClr val="lt1"/>
              </a:buClr>
              <a:buSzPts val="1700"/>
              <a:buChar char="○"/>
              <a:defRPr>
                <a:solidFill>
                  <a:schemeClr val="lt1"/>
                </a:solidFill>
              </a:defRPr>
            </a:lvl8pPr>
            <a:lvl9pPr marL="4114800" lvl="8" indent="-336550">
              <a:lnSpc>
                <a:spcPct val="115000"/>
              </a:lnSpc>
              <a:spcBef>
                <a:spcPts val="0"/>
              </a:spcBef>
              <a:spcAft>
                <a:spcPts val="0"/>
              </a:spcAft>
              <a:buClr>
                <a:schemeClr val="lt1"/>
              </a:buClr>
              <a:buSzPts val="1700"/>
              <a:buChar char="■"/>
              <a:defRPr>
                <a:solidFill>
                  <a:schemeClr val="lt1"/>
                </a:solidFill>
              </a:defRPr>
            </a:lvl9pPr>
          </a:lstStyle>
          <a:p>
            <a:endParaRPr/>
          </a:p>
        </p:txBody>
      </p:sp>
      <p:sp>
        <p:nvSpPr>
          <p:cNvPr id="326" name="Google Shape;326;p48"/>
          <p:cNvSpPr txBox="1">
            <a:spLocks noGrp="1"/>
          </p:cNvSpPr>
          <p:nvPr>
            <p:ph type="body" idx="2"/>
          </p:nvPr>
        </p:nvSpPr>
        <p:spPr>
          <a:xfrm>
            <a:off x="4595076" y="2291377"/>
            <a:ext cx="3662100" cy="2028300"/>
          </a:xfrm>
          <a:prstGeom prst="rect">
            <a:avLst/>
          </a:prstGeom>
        </p:spPr>
        <p:txBody>
          <a:bodyPr spcFirstLastPara="1" wrap="square" lIns="91425" tIns="91425" rIns="91425" bIns="91425" anchor="t" anchorCtr="0">
            <a:spAutoFit/>
          </a:bodyPr>
          <a:lstStyle>
            <a:lvl1pPr marL="457200" lvl="0" indent="-336550">
              <a:lnSpc>
                <a:spcPct val="115000"/>
              </a:lnSpc>
              <a:spcBef>
                <a:spcPts val="0"/>
              </a:spcBef>
              <a:spcAft>
                <a:spcPts val="0"/>
              </a:spcAft>
              <a:buClr>
                <a:schemeClr val="lt1"/>
              </a:buClr>
              <a:buSzPts val="1700"/>
              <a:buChar char="●"/>
              <a:defRPr>
                <a:solidFill>
                  <a:schemeClr val="lt1"/>
                </a:solidFill>
              </a:defRPr>
            </a:lvl1pPr>
            <a:lvl2pPr marL="914400" lvl="1" indent="-336550">
              <a:lnSpc>
                <a:spcPct val="115000"/>
              </a:lnSpc>
              <a:spcBef>
                <a:spcPts val="0"/>
              </a:spcBef>
              <a:spcAft>
                <a:spcPts val="0"/>
              </a:spcAft>
              <a:buClr>
                <a:schemeClr val="lt1"/>
              </a:buClr>
              <a:buSzPts val="1700"/>
              <a:buChar char="○"/>
              <a:defRPr>
                <a:solidFill>
                  <a:schemeClr val="lt1"/>
                </a:solidFill>
              </a:defRPr>
            </a:lvl2pPr>
            <a:lvl3pPr marL="1371600" lvl="2" indent="-336550">
              <a:lnSpc>
                <a:spcPct val="115000"/>
              </a:lnSpc>
              <a:spcBef>
                <a:spcPts val="0"/>
              </a:spcBef>
              <a:spcAft>
                <a:spcPts val="0"/>
              </a:spcAft>
              <a:buClr>
                <a:schemeClr val="lt1"/>
              </a:buClr>
              <a:buSzPts val="1700"/>
              <a:buChar char="■"/>
              <a:defRPr>
                <a:solidFill>
                  <a:schemeClr val="lt1"/>
                </a:solidFill>
              </a:defRPr>
            </a:lvl3pPr>
            <a:lvl4pPr marL="1828800" lvl="3" indent="-336550">
              <a:lnSpc>
                <a:spcPct val="115000"/>
              </a:lnSpc>
              <a:spcBef>
                <a:spcPts val="0"/>
              </a:spcBef>
              <a:spcAft>
                <a:spcPts val="0"/>
              </a:spcAft>
              <a:buClr>
                <a:schemeClr val="lt1"/>
              </a:buClr>
              <a:buSzPts val="1700"/>
              <a:buChar char="●"/>
              <a:defRPr>
                <a:solidFill>
                  <a:schemeClr val="lt1"/>
                </a:solidFill>
              </a:defRPr>
            </a:lvl4pPr>
            <a:lvl5pPr marL="2286000" lvl="4" indent="-336550">
              <a:lnSpc>
                <a:spcPct val="115000"/>
              </a:lnSpc>
              <a:spcBef>
                <a:spcPts val="0"/>
              </a:spcBef>
              <a:spcAft>
                <a:spcPts val="0"/>
              </a:spcAft>
              <a:buClr>
                <a:schemeClr val="lt1"/>
              </a:buClr>
              <a:buSzPts val="1700"/>
              <a:buChar char="○"/>
              <a:defRPr>
                <a:solidFill>
                  <a:schemeClr val="lt1"/>
                </a:solidFill>
              </a:defRPr>
            </a:lvl5pPr>
            <a:lvl6pPr marL="2743200" lvl="5" indent="-336550">
              <a:lnSpc>
                <a:spcPct val="115000"/>
              </a:lnSpc>
              <a:spcBef>
                <a:spcPts val="0"/>
              </a:spcBef>
              <a:spcAft>
                <a:spcPts val="0"/>
              </a:spcAft>
              <a:buClr>
                <a:schemeClr val="lt1"/>
              </a:buClr>
              <a:buSzPts val="1700"/>
              <a:buChar char="■"/>
              <a:defRPr>
                <a:solidFill>
                  <a:schemeClr val="lt1"/>
                </a:solidFill>
              </a:defRPr>
            </a:lvl6pPr>
            <a:lvl7pPr marL="3200400" lvl="6" indent="-336550">
              <a:lnSpc>
                <a:spcPct val="115000"/>
              </a:lnSpc>
              <a:spcBef>
                <a:spcPts val="0"/>
              </a:spcBef>
              <a:spcAft>
                <a:spcPts val="0"/>
              </a:spcAft>
              <a:buClr>
                <a:schemeClr val="lt1"/>
              </a:buClr>
              <a:buSzPts val="1700"/>
              <a:buChar char="●"/>
              <a:defRPr>
                <a:solidFill>
                  <a:schemeClr val="lt1"/>
                </a:solidFill>
              </a:defRPr>
            </a:lvl7pPr>
            <a:lvl8pPr marL="3657600" lvl="7" indent="-336550">
              <a:lnSpc>
                <a:spcPct val="115000"/>
              </a:lnSpc>
              <a:spcBef>
                <a:spcPts val="0"/>
              </a:spcBef>
              <a:spcAft>
                <a:spcPts val="0"/>
              </a:spcAft>
              <a:buClr>
                <a:schemeClr val="lt1"/>
              </a:buClr>
              <a:buSzPts val="1700"/>
              <a:buChar char="○"/>
              <a:defRPr>
                <a:solidFill>
                  <a:schemeClr val="lt1"/>
                </a:solidFill>
              </a:defRPr>
            </a:lvl8pPr>
            <a:lvl9pPr marL="4114800" lvl="8" indent="-336550">
              <a:lnSpc>
                <a:spcPct val="115000"/>
              </a:lnSpc>
              <a:spcBef>
                <a:spcPts val="0"/>
              </a:spcBef>
              <a:spcAft>
                <a:spcPts val="0"/>
              </a:spcAft>
              <a:buClr>
                <a:schemeClr val="lt1"/>
              </a:buClr>
              <a:buSzPts val="1700"/>
              <a:buChar char="■"/>
              <a:defRPr>
                <a:solidFill>
                  <a:schemeClr val="lt1"/>
                </a:solidFill>
              </a:defRPr>
            </a:lvl9pPr>
          </a:lstStyle>
          <a:p>
            <a:endParaRPr/>
          </a:p>
        </p:txBody>
      </p:sp>
      <p:sp>
        <p:nvSpPr>
          <p:cNvPr id="327" name="Google Shape;327;p48"/>
          <p:cNvSpPr txBox="1">
            <a:spLocks noGrp="1"/>
          </p:cNvSpPr>
          <p:nvPr>
            <p:ph type="subTitle" idx="3"/>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
        <p:nvSpPr>
          <p:cNvPr id="328" name="Google Shape;328;p48"/>
          <p:cNvSpPr txBox="1">
            <a:spLocks noGrp="1"/>
          </p:cNvSpPr>
          <p:nvPr>
            <p:ph type="subTitle" idx="4"/>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heck for understanding">
  <p:cSld name="CAPTION_ONLY_1">
    <p:bg>
      <p:bgPr>
        <a:solidFill>
          <a:schemeClr val="lt1"/>
        </a:solidFill>
        <a:effectLst/>
      </p:bgPr>
    </p:bg>
    <p:spTree>
      <p:nvGrpSpPr>
        <p:cNvPr id="1" name="Shape 329"/>
        <p:cNvGrpSpPr/>
        <p:nvPr/>
      </p:nvGrpSpPr>
      <p:grpSpPr>
        <a:xfrm>
          <a:off x="0" y="0"/>
          <a:ext cx="0" cy="0"/>
          <a:chOff x="0" y="0"/>
          <a:chExt cx="0" cy="0"/>
        </a:xfrm>
      </p:grpSpPr>
      <p:grpSp>
        <p:nvGrpSpPr>
          <p:cNvPr id="330" name="Google Shape;330;p49"/>
          <p:cNvGrpSpPr/>
          <p:nvPr/>
        </p:nvGrpSpPr>
        <p:grpSpPr>
          <a:xfrm>
            <a:off x="0" y="-444900"/>
            <a:ext cx="9144000" cy="5588500"/>
            <a:chOff x="0" y="-444900"/>
            <a:chExt cx="9144000" cy="5588500"/>
          </a:xfrm>
        </p:grpSpPr>
        <p:sp>
          <p:nvSpPr>
            <p:cNvPr id="331" name="Google Shape;331;p49"/>
            <p:cNvSpPr/>
            <p:nvPr/>
          </p:nvSpPr>
          <p:spPr>
            <a:xfrm>
              <a:off x="0" y="100"/>
              <a:ext cx="9144000" cy="5143500"/>
            </a:xfrm>
            <a:prstGeom prst="snip1Rect">
              <a:avLst>
                <a:gd name="adj" fmla="val 40868"/>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Inter Tight"/>
                <a:ea typeface="Inter Tight"/>
                <a:cs typeface="Inter Tight"/>
                <a:sym typeface="Inter Tight"/>
              </a:endParaRPr>
            </a:p>
          </p:txBody>
        </p:sp>
        <p:sp>
          <p:nvSpPr>
            <p:cNvPr id="332" name="Google Shape;332;p49"/>
            <p:cNvSpPr/>
            <p:nvPr/>
          </p:nvSpPr>
          <p:spPr>
            <a:xfrm rot="10800000">
              <a:off x="7036475" y="1219850"/>
              <a:ext cx="2107500" cy="1861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Inter Tight"/>
                <a:ea typeface="Inter Tight"/>
                <a:cs typeface="Inter Tight"/>
                <a:sym typeface="Inter Tight"/>
              </a:endParaRPr>
            </a:p>
          </p:txBody>
        </p:sp>
        <p:sp>
          <p:nvSpPr>
            <p:cNvPr id="333" name="Google Shape;333;p49"/>
            <p:cNvSpPr/>
            <p:nvPr/>
          </p:nvSpPr>
          <p:spPr>
            <a:xfrm rot="4500068" flipH="1">
              <a:off x="7230762" y="-248045"/>
              <a:ext cx="1723726" cy="1714991"/>
            </a:xfrm>
            <a:prstGeom prst="rtTriangl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2"/>
                  </a:solidFill>
                  <a:latin typeface="Inter Tight SemiBold"/>
                  <a:ea typeface="Inter Tight SemiBold"/>
                  <a:cs typeface="Inter Tight SemiBold"/>
                  <a:sym typeface="Inter Tight SemiBold"/>
                </a:rPr>
                <a:t> </a:t>
              </a:r>
              <a:endParaRPr>
                <a:solidFill>
                  <a:schemeClr val="lt2"/>
                </a:solidFill>
                <a:latin typeface="Inter Tight SemiBold"/>
                <a:ea typeface="Inter Tight SemiBold"/>
                <a:cs typeface="Inter Tight SemiBold"/>
                <a:sym typeface="Inter Tight SemiBold"/>
              </a:endParaRPr>
            </a:p>
          </p:txBody>
        </p:sp>
      </p:grpSp>
      <p:sp>
        <p:nvSpPr>
          <p:cNvPr id="334" name="Google Shape;334;p49"/>
          <p:cNvSpPr txBox="1">
            <a:spLocks noGrp="1"/>
          </p:cNvSpPr>
          <p:nvPr>
            <p:ph type="body" idx="1"/>
          </p:nvPr>
        </p:nvSpPr>
        <p:spPr>
          <a:xfrm>
            <a:off x="333925" y="3630575"/>
            <a:ext cx="6790800" cy="446400"/>
          </a:xfrm>
          <a:prstGeom prst="rect">
            <a:avLst/>
          </a:prstGeom>
        </p:spPr>
        <p:txBody>
          <a:bodyPr spcFirstLastPara="1" wrap="square" lIns="91425" tIns="91425" rIns="91425" bIns="91425" anchor="t" anchorCtr="0">
            <a:spAutoFit/>
          </a:bodyPr>
          <a:lstStyle>
            <a:lvl1pPr marL="457200" lvl="0" indent="-336550">
              <a:lnSpc>
                <a:spcPct val="115000"/>
              </a:lnSpc>
              <a:spcBef>
                <a:spcPts val="0"/>
              </a:spcBef>
              <a:spcAft>
                <a:spcPts val="0"/>
              </a:spcAft>
              <a:buClr>
                <a:schemeClr val="lt1"/>
              </a:buClr>
              <a:buSzPts val="1700"/>
              <a:buChar char="●"/>
              <a:defRPr>
                <a:solidFill>
                  <a:schemeClr val="lt1"/>
                </a:solidFill>
              </a:defRPr>
            </a:lvl1pPr>
            <a:lvl2pPr marL="914400" lvl="1" indent="-336550">
              <a:lnSpc>
                <a:spcPct val="115000"/>
              </a:lnSpc>
              <a:spcBef>
                <a:spcPts val="0"/>
              </a:spcBef>
              <a:spcAft>
                <a:spcPts val="0"/>
              </a:spcAft>
              <a:buClr>
                <a:schemeClr val="lt1"/>
              </a:buClr>
              <a:buSzPts val="1700"/>
              <a:buChar char="○"/>
              <a:defRPr>
                <a:solidFill>
                  <a:schemeClr val="lt1"/>
                </a:solidFill>
              </a:defRPr>
            </a:lvl2pPr>
            <a:lvl3pPr marL="1371600" lvl="2" indent="-336550">
              <a:lnSpc>
                <a:spcPct val="115000"/>
              </a:lnSpc>
              <a:spcBef>
                <a:spcPts val="0"/>
              </a:spcBef>
              <a:spcAft>
                <a:spcPts val="0"/>
              </a:spcAft>
              <a:buClr>
                <a:schemeClr val="lt1"/>
              </a:buClr>
              <a:buSzPts val="1700"/>
              <a:buChar char="■"/>
              <a:defRPr>
                <a:solidFill>
                  <a:schemeClr val="lt1"/>
                </a:solidFill>
              </a:defRPr>
            </a:lvl3pPr>
            <a:lvl4pPr marL="1828800" lvl="3" indent="-336550">
              <a:lnSpc>
                <a:spcPct val="115000"/>
              </a:lnSpc>
              <a:spcBef>
                <a:spcPts val="0"/>
              </a:spcBef>
              <a:spcAft>
                <a:spcPts val="0"/>
              </a:spcAft>
              <a:buClr>
                <a:schemeClr val="lt1"/>
              </a:buClr>
              <a:buSzPts val="1700"/>
              <a:buChar char="●"/>
              <a:defRPr>
                <a:solidFill>
                  <a:schemeClr val="lt1"/>
                </a:solidFill>
              </a:defRPr>
            </a:lvl4pPr>
            <a:lvl5pPr marL="2286000" lvl="4" indent="-336550">
              <a:lnSpc>
                <a:spcPct val="115000"/>
              </a:lnSpc>
              <a:spcBef>
                <a:spcPts val="0"/>
              </a:spcBef>
              <a:spcAft>
                <a:spcPts val="0"/>
              </a:spcAft>
              <a:buClr>
                <a:schemeClr val="lt1"/>
              </a:buClr>
              <a:buSzPts val="1700"/>
              <a:buChar char="○"/>
              <a:defRPr>
                <a:solidFill>
                  <a:schemeClr val="lt1"/>
                </a:solidFill>
              </a:defRPr>
            </a:lvl5pPr>
            <a:lvl6pPr marL="2743200" lvl="5" indent="-336550">
              <a:lnSpc>
                <a:spcPct val="115000"/>
              </a:lnSpc>
              <a:spcBef>
                <a:spcPts val="0"/>
              </a:spcBef>
              <a:spcAft>
                <a:spcPts val="0"/>
              </a:spcAft>
              <a:buClr>
                <a:schemeClr val="lt1"/>
              </a:buClr>
              <a:buSzPts val="1700"/>
              <a:buChar char="■"/>
              <a:defRPr>
                <a:solidFill>
                  <a:schemeClr val="lt1"/>
                </a:solidFill>
              </a:defRPr>
            </a:lvl6pPr>
            <a:lvl7pPr marL="3200400" lvl="6" indent="-336550">
              <a:lnSpc>
                <a:spcPct val="115000"/>
              </a:lnSpc>
              <a:spcBef>
                <a:spcPts val="0"/>
              </a:spcBef>
              <a:spcAft>
                <a:spcPts val="0"/>
              </a:spcAft>
              <a:buClr>
                <a:schemeClr val="lt1"/>
              </a:buClr>
              <a:buSzPts val="1700"/>
              <a:buChar char="●"/>
              <a:defRPr>
                <a:solidFill>
                  <a:schemeClr val="lt1"/>
                </a:solidFill>
              </a:defRPr>
            </a:lvl7pPr>
            <a:lvl8pPr marL="3657600" lvl="7" indent="-336550">
              <a:lnSpc>
                <a:spcPct val="115000"/>
              </a:lnSpc>
              <a:spcBef>
                <a:spcPts val="0"/>
              </a:spcBef>
              <a:spcAft>
                <a:spcPts val="0"/>
              </a:spcAft>
              <a:buClr>
                <a:schemeClr val="lt1"/>
              </a:buClr>
              <a:buSzPts val="1700"/>
              <a:buChar char="○"/>
              <a:defRPr>
                <a:solidFill>
                  <a:schemeClr val="lt1"/>
                </a:solidFill>
              </a:defRPr>
            </a:lvl8pPr>
            <a:lvl9pPr marL="4114800" lvl="8" indent="-336550">
              <a:lnSpc>
                <a:spcPct val="115000"/>
              </a:lnSpc>
              <a:spcBef>
                <a:spcPts val="0"/>
              </a:spcBef>
              <a:spcAft>
                <a:spcPts val="0"/>
              </a:spcAft>
              <a:buClr>
                <a:schemeClr val="lt1"/>
              </a:buClr>
              <a:buSzPts val="1700"/>
              <a:buChar char="■"/>
              <a:defRPr>
                <a:solidFill>
                  <a:schemeClr val="lt1"/>
                </a:solidFill>
              </a:defRPr>
            </a:lvl9pPr>
          </a:lstStyle>
          <a:p>
            <a:endParaRPr/>
          </a:p>
        </p:txBody>
      </p:sp>
      <p:sp>
        <p:nvSpPr>
          <p:cNvPr id="335" name="Google Shape;335;p49"/>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6" name="Google Shape;336;p49"/>
          <p:cNvSpPr txBox="1">
            <a:spLocks noGrp="1"/>
          </p:cNvSpPr>
          <p:nvPr>
            <p:ph type="title"/>
          </p:nvPr>
        </p:nvSpPr>
        <p:spPr>
          <a:xfrm>
            <a:off x="333925" y="1249513"/>
            <a:ext cx="3662100" cy="9606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37" name="Google Shape;337;p49"/>
          <p:cNvSpPr txBox="1">
            <a:spLocks noGrp="1"/>
          </p:cNvSpPr>
          <p:nvPr>
            <p:ph type="subTitle" idx="2"/>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
        <p:nvSpPr>
          <p:cNvPr id="338" name="Google Shape;338;p49"/>
          <p:cNvSpPr txBox="1">
            <a:spLocks noGrp="1"/>
          </p:cNvSpPr>
          <p:nvPr>
            <p:ph type="subTitle" idx="3"/>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
        <p:nvSpPr>
          <p:cNvPr id="339" name="Google Shape;339;p49"/>
          <p:cNvSpPr txBox="1">
            <a:spLocks noGrp="1"/>
          </p:cNvSpPr>
          <p:nvPr>
            <p:ph type="body" idx="4"/>
          </p:nvPr>
        </p:nvSpPr>
        <p:spPr>
          <a:xfrm>
            <a:off x="333925" y="3184176"/>
            <a:ext cx="6790800" cy="446400"/>
          </a:xfrm>
          <a:prstGeom prst="rect">
            <a:avLst/>
          </a:prstGeom>
        </p:spPr>
        <p:txBody>
          <a:bodyPr spcFirstLastPara="1" wrap="square" lIns="91425" tIns="91425" rIns="91425" bIns="91425" anchor="t" anchorCtr="0">
            <a:spAutoFit/>
          </a:bodyPr>
          <a:lstStyle>
            <a:lvl1pPr marL="457200" lvl="0" indent="-336550">
              <a:lnSpc>
                <a:spcPct val="115000"/>
              </a:lnSpc>
              <a:spcBef>
                <a:spcPts val="0"/>
              </a:spcBef>
              <a:spcAft>
                <a:spcPts val="0"/>
              </a:spcAft>
              <a:buClr>
                <a:schemeClr val="lt1"/>
              </a:buClr>
              <a:buSzPts val="1700"/>
              <a:buChar char="●"/>
              <a:defRPr>
                <a:solidFill>
                  <a:schemeClr val="lt1"/>
                </a:solidFill>
              </a:defRPr>
            </a:lvl1pPr>
            <a:lvl2pPr marL="914400" lvl="1" indent="-336550">
              <a:lnSpc>
                <a:spcPct val="115000"/>
              </a:lnSpc>
              <a:spcBef>
                <a:spcPts val="0"/>
              </a:spcBef>
              <a:spcAft>
                <a:spcPts val="0"/>
              </a:spcAft>
              <a:buClr>
                <a:schemeClr val="lt1"/>
              </a:buClr>
              <a:buSzPts val="1700"/>
              <a:buChar char="○"/>
              <a:defRPr>
                <a:solidFill>
                  <a:schemeClr val="lt1"/>
                </a:solidFill>
              </a:defRPr>
            </a:lvl2pPr>
            <a:lvl3pPr marL="1371600" lvl="2" indent="-336550">
              <a:lnSpc>
                <a:spcPct val="115000"/>
              </a:lnSpc>
              <a:spcBef>
                <a:spcPts val="0"/>
              </a:spcBef>
              <a:spcAft>
                <a:spcPts val="0"/>
              </a:spcAft>
              <a:buClr>
                <a:schemeClr val="lt1"/>
              </a:buClr>
              <a:buSzPts val="1700"/>
              <a:buChar char="■"/>
              <a:defRPr>
                <a:solidFill>
                  <a:schemeClr val="lt1"/>
                </a:solidFill>
              </a:defRPr>
            </a:lvl3pPr>
            <a:lvl4pPr marL="1828800" lvl="3" indent="-336550">
              <a:lnSpc>
                <a:spcPct val="115000"/>
              </a:lnSpc>
              <a:spcBef>
                <a:spcPts val="0"/>
              </a:spcBef>
              <a:spcAft>
                <a:spcPts val="0"/>
              </a:spcAft>
              <a:buClr>
                <a:schemeClr val="lt1"/>
              </a:buClr>
              <a:buSzPts val="1700"/>
              <a:buChar char="●"/>
              <a:defRPr>
                <a:solidFill>
                  <a:schemeClr val="lt1"/>
                </a:solidFill>
              </a:defRPr>
            </a:lvl4pPr>
            <a:lvl5pPr marL="2286000" lvl="4" indent="-336550">
              <a:lnSpc>
                <a:spcPct val="115000"/>
              </a:lnSpc>
              <a:spcBef>
                <a:spcPts val="0"/>
              </a:spcBef>
              <a:spcAft>
                <a:spcPts val="0"/>
              </a:spcAft>
              <a:buClr>
                <a:schemeClr val="lt1"/>
              </a:buClr>
              <a:buSzPts val="1700"/>
              <a:buChar char="○"/>
              <a:defRPr>
                <a:solidFill>
                  <a:schemeClr val="lt1"/>
                </a:solidFill>
              </a:defRPr>
            </a:lvl5pPr>
            <a:lvl6pPr marL="2743200" lvl="5" indent="-336550">
              <a:lnSpc>
                <a:spcPct val="115000"/>
              </a:lnSpc>
              <a:spcBef>
                <a:spcPts val="0"/>
              </a:spcBef>
              <a:spcAft>
                <a:spcPts val="0"/>
              </a:spcAft>
              <a:buClr>
                <a:schemeClr val="lt1"/>
              </a:buClr>
              <a:buSzPts val="1700"/>
              <a:buChar char="■"/>
              <a:defRPr>
                <a:solidFill>
                  <a:schemeClr val="lt1"/>
                </a:solidFill>
              </a:defRPr>
            </a:lvl6pPr>
            <a:lvl7pPr marL="3200400" lvl="6" indent="-336550">
              <a:lnSpc>
                <a:spcPct val="115000"/>
              </a:lnSpc>
              <a:spcBef>
                <a:spcPts val="0"/>
              </a:spcBef>
              <a:spcAft>
                <a:spcPts val="0"/>
              </a:spcAft>
              <a:buClr>
                <a:schemeClr val="lt1"/>
              </a:buClr>
              <a:buSzPts val="1700"/>
              <a:buChar char="●"/>
              <a:defRPr>
                <a:solidFill>
                  <a:schemeClr val="lt1"/>
                </a:solidFill>
              </a:defRPr>
            </a:lvl7pPr>
            <a:lvl8pPr marL="3657600" lvl="7" indent="-336550">
              <a:lnSpc>
                <a:spcPct val="115000"/>
              </a:lnSpc>
              <a:spcBef>
                <a:spcPts val="0"/>
              </a:spcBef>
              <a:spcAft>
                <a:spcPts val="0"/>
              </a:spcAft>
              <a:buClr>
                <a:schemeClr val="lt1"/>
              </a:buClr>
              <a:buSzPts val="1700"/>
              <a:buChar char="○"/>
              <a:defRPr>
                <a:solidFill>
                  <a:schemeClr val="lt1"/>
                </a:solidFill>
              </a:defRPr>
            </a:lvl8pPr>
            <a:lvl9pPr marL="4114800" lvl="8" indent="-336550">
              <a:lnSpc>
                <a:spcPct val="115000"/>
              </a:lnSpc>
              <a:spcBef>
                <a:spcPts val="0"/>
              </a:spcBef>
              <a:spcAft>
                <a:spcPts val="0"/>
              </a:spcAft>
              <a:buClr>
                <a:schemeClr val="lt1"/>
              </a:buClr>
              <a:buSzPts val="1700"/>
              <a:buChar char="■"/>
              <a:defRPr>
                <a:solidFill>
                  <a:schemeClr val="lt1"/>
                </a:solidFill>
              </a:defRPr>
            </a:lvl9pPr>
          </a:lstStyle>
          <a:p>
            <a:endParaRPr/>
          </a:p>
        </p:txBody>
      </p:sp>
      <p:sp>
        <p:nvSpPr>
          <p:cNvPr id="340" name="Google Shape;340;p49"/>
          <p:cNvSpPr txBox="1">
            <a:spLocks noGrp="1"/>
          </p:cNvSpPr>
          <p:nvPr>
            <p:ph type="body" idx="5"/>
          </p:nvPr>
        </p:nvSpPr>
        <p:spPr>
          <a:xfrm>
            <a:off x="333925" y="2737776"/>
            <a:ext cx="6790800" cy="446400"/>
          </a:xfrm>
          <a:prstGeom prst="rect">
            <a:avLst/>
          </a:prstGeom>
        </p:spPr>
        <p:txBody>
          <a:bodyPr spcFirstLastPara="1" wrap="square" lIns="91425" tIns="91425" rIns="91425" bIns="91425" anchor="t" anchorCtr="0">
            <a:spAutoFit/>
          </a:bodyPr>
          <a:lstStyle>
            <a:lvl1pPr marL="457200" lvl="0" indent="-336550">
              <a:lnSpc>
                <a:spcPct val="115000"/>
              </a:lnSpc>
              <a:spcBef>
                <a:spcPts val="0"/>
              </a:spcBef>
              <a:spcAft>
                <a:spcPts val="0"/>
              </a:spcAft>
              <a:buClr>
                <a:schemeClr val="lt1"/>
              </a:buClr>
              <a:buSzPts val="1700"/>
              <a:buChar char="●"/>
              <a:defRPr>
                <a:solidFill>
                  <a:schemeClr val="lt1"/>
                </a:solidFill>
              </a:defRPr>
            </a:lvl1pPr>
            <a:lvl2pPr marL="914400" lvl="1" indent="-336550">
              <a:lnSpc>
                <a:spcPct val="115000"/>
              </a:lnSpc>
              <a:spcBef>
                <a:spcPts val="0"/>
              </a:spcBef>
              <a:spcAft>
                <a:spcPts val="0"/>
              </a:spcAft>
              <a:buClr>
                <a:schemeClr val="lt1"/>
              </a:buClr>
              <a:buSzPts val="1700"/>
              <a:buChar char="○"/>
              <a:defRPr>
                <a:solidFill>
                  <a:schemeClr val="lt1"/>
                </a:solidFill>
              </a:defRPr>
            </a:lvl2pPr>
            <a:lvl3pPr marL="1371600" lvl="2" indent="-336550">
              <a:lnSpc>
                <a:spcPct val="115000"/>
              </a:lnSpc>
              <a:spcBef>
                <a:spcPts val="0"/>
              </a:spcBef>
              <a:spcAft>
                <a:spcPts val="0"/>
              </a:spcAft>
              <a:buClr>
                <a:schemeClr val="lt1"/>
              </a:buClr>
              <a:buSzPts val="1700"/>
              <a:buChar char="■"/>
              <a:defRPr>
                <a:solidFill>
                  <a:schemeClr val="lt1"/>
                </a:solidFill>
              </a:defRPr>
            </a:lvl3pPr>
            <a:lvl4pPr marL="1828800" lvl="3" indent="-336550">
              <a:lnSpc>
                <a:spcPct val="115000"/>
              </a:lnSpc>
              <a:spcBef>
                <a:spcPts val="0"/>
              </a:spcBef>
              <a:spcAft>
                <a:spcPts val="0"/>
              </a:spcAft>
              <a:buClr>
                <a:schemeClr val="lt1"/>
              </a:buClr>
              <a:buSzPts val="1700"/>
              <a:buChar char="●"/>
              <a:defRPr>
                <a:solidFill>
                  <a:schemeClr val="lt1"/>
                </a:solidFill>
              </a:defRPr>
            </a:lvl4pPr>
            <a:lvl5pPr marL="2286000" lvl="4" indent="-336550">
              <a:lnSpc>
                <a:spcPct val="115000"/>
              </a:lnSpc>
              <a:spcBef>
                <a:spcPts val="0"/>
              </a:spcBef>
              <a:spcAft>
                <a:spcPts val="0"/>
              </a:spcAft>
              <a:buClr>
                <a:schemeClr val="lt1"/>
              </a:buClr>
              <a:buSzPts val="1700"/>
              <a:buChar char="○"/>
              <a:defRPr>
                <a:solidFill>
                  <a:schemeClr val="lt1"/>
                </a:solidFill>
              </a:defRPr>
            </a:lvl5pPr>
            <a:lvl6pPr marL="2743200" lvl="5" indent="-336550">
              <a:lnSpc>
                <a:spcPct val="115000"/>
              </a:lnSpc>
              <a:spcBef>
                <a:spcPts val="0"/>
              </a:spcBef>
              <a:spcAft>
                <a:spcPts val="0"/>
              </a:spcAft>
              <a:buClr>
                <a:schemeClr val="lt1"/>
              </a:buClr>
              <a:buSzPts val="1700"/>
              <a:buChar char="■"/>
              <a:defRPr>
                <a:solidFill>
                  <a:schemeClr val="lt1"/>
                </a:solidFill>
              </a:defRPr>
            </a:lvl6pPr>
            <a:lvl7pPr marL="3200400" lvl="6" indent="-336550">
              <a:lnSpc>
                <a:spcPct val="115000"/>
              </a:lnSpc>
              <a:spcBef>
                <a:spcPts val="0"/>
              </a:spcBef>
              <a:spcAft>
                <a:spcPts val="0"/>
              </a:spcAft>
              <a:buClr>
                <a:schemeClr val="lt1"/>
              </a:buClr>
              <a:buSzPts val="1700"/>
              <a:buChar char="●"/>
              <a:defRPr>
                <a:solidFill>
                  <a:schemeClr val="lt1"/>
                </a:solidFill>
              </a:defRPr>
            </a:lvl7pPr>
            <a:lvl8pPr marL="3657600" lvl="7" indent="-336550">
              <a:lnSpc>
                <a:spcPct val="115000"/>
              </a:lnSpc>
              <a:spcBef>
                <a:spcPts val="0"/>
              </a:spcBef>
              <a:spcAft>
                <a:spcPts val="0"/>
              </a:spcAft>
              <a:buClr>
                <a:schemeClr val="lt1"/>
              </a:buClr>
              <a:buSzPts val="1700"/>
              <a:buChar char="○"/>
              <a:defRPr>
                <a:solidFill>
                  <a:schemeClr val="lt1"/>
                </a:solidFill>
              </a:defRPr>
            </a:lvl8pPr>
            <a:lvl9pPr marL="4114800" lvl="8" indent="-336550">
              <a:lnSpc>
                <a:spcPct val="115000"/>
              </a:lnSpc>
              <a:spcBef>
                <a:spcPts val="0"/>
              </a:spcBef>
              <a:spcAft>
                <a:spcPts val="0"/>
              </a:spcAft>
              <a:buClr>
                <a:schemeClr val="lt1"/>
              </a:buClr>
              <a:buSzPts val="1700"/>
              <a:buChar char="■"/>
              <a:defRPr>
                <a:solidFill>
                  <a:schemeClr val="lt1"/>
                </a:solidFill>
              </a:defRPr>
            </a:lvl9pPr>
          </a:lstStyle>
          <a:p>
            <a:endParaRPr/>
          </a:p>
        </p:txBody>
      </p:sp>
      <p:sp>
        <p:nvSpPr>
          <p:cNvPr id="341" name="Google Shape;341;p49"/>
          <p:cNvSpPr txBox="1">
            <a:spLocks noGrp="1"/>
          </p:cNvSpPr>
          <p:nvPr>
            <p:ph type="body" idx="6"/>
          </p:nvPr>
        </p:nvSpPr>
        <p:spPr>
          <a:xfrm>
            <a:off x="333925" y="2291377"/>
            <a:ext cx="6790800" cy="446400"/>
          </a:xfrm>
          <a:prstGeom prst="rect">
            <a:avLst/>
          </a:prstGeom>
        </p:spPr>
        <p:txBody>
          <a:bodyPr spcFirstLastPara="1" wrap="square" lIns="91425" tIns="91425" rIns="91425" bIns="91425" anchor="t" anchorCtr="0">
            <a:spAutoFit/>
          </a:bodyPr>
          <a:lstStyle>
            <a:lvl1pPr marL="457200" lvl="0" indent="-336550">
              <a:lnSpc>
                <a:spcPct val="115000"/>
              </a:lnSpc>
              <a:spcBef>
                <a:spcPts val="0"/>
              </a:spcBef>
              <a:spcAft>
                <a:spcPts val="0"/>
              </a:spcAft>
              <a:buClr>
                <a:schemeClr val="lt1"/>
              </a:buClr>
              <a:buSzPts val="1700"/>
              <a:buChar char="●"/>
              <a:defRPr>
                <a:solidFill>
                  <a:schemeClr val="lt1"/>
                </a:solidFill>
              </a:defRPr>
            </a:lvl1pPr>
            <a:lvl2pPr marL="914400" lvl="1" indent="-336550">
              <a:lnSpc>
                <a:spcPct val="115000"/>
              </a:lnSpc>
              <a:spcBef>
                <a:spcPts val="0"/>
              </a:spcBef>
              <a:spcAft>
                <a:spcPts val="0"/>
              </a:spcAft>
              <a:buClr>
                <a:schemeClr val="lt1"/>
              </a:buClr>
              <a:buSzPts val="1700"/>
              <a:buChar char="○"/>
              <a:defRPr>
                <a:solidFill>
                  <a:schemeClr val="lt1"/>
                </a:solidFill>
              </a:defRPr>
            </a:lvl2pPr>
            <a:lvl3pPr marL="1371600" lvl="2" indent="-336550">
              <a:lnSpc>
                <a:spcPct val="115000"/>
              </a:lnSpc>
              <a:spcBef>
                <a:spcPts val="0"/>
              </a:spcBef>
              <a:spcAft>
                <a:spcPts val="0"/>
              </a:spcAft>
              <a:buClr>
                <a:schemeClr val="lt1"/>
              </a:buClr>
              <a:buSzPts val="1700"/>
              <a:buChar char="■"/>
              <a:defRPr>
                <a:solidFill>
                  <a:schemeClr val="lt1"/>
                </a:solidFill>
              </a:defRPr>
            </a:lvl3pPr>
            <a:lvl4pPr marL="1828800" lvl="3" indent="-336550">
              <a:lnSpc>
                <a:spcPct val="115000"/>
              </a:lnSpc>
              <a:spcBef>
                <a:spcPts val="0"/>
              </a:spcBef>
              <a:spcAft>
                <a:spcPts val="0"/>
              </a:spcAft>
              <a:buClr>
                <a:schemeClr val="lt1"/>
              </a:buClr>
              <a:buSzPts val="1700"/>
              <a:buChar char="●"/>
              <a:defRPr>
                <a:solidFill>
                  <a:schemeClr val="lt1"/>
                </a:solidFill>
              </a:defRPr>
            </a:lvl4pPr>
            <a:lvl5pPr marL="2286000" lvl="4" indent="-336550">
              <a:lnSpc>
                <a:spcPct val="115000"/>
              </a:lnSpc>
              <a:spcBef>
                <a:spcPts val="0"/>
              </a:spcBef>
              <a:spcAft>
                <a:spcPts val="0"/>
              </a:spcAft>
              <a:buClr>
                <a:schemeClr val="lt1"/>
              </a:buClr>
              <a:buSzPts val="1700"/>
              <a:buChar char="○"/>
              <a:defRPr>
                <a:solidFill>
                  <a:schemeClr val="lt1"/>
                </a:solidFill>
              </a:defRPr>
            </a:lvl5pPr>
            <a:lvl6pPr marL="2743200" lvl="5" indent="-336550">
              <a:lnSpc>
                <a:spcPct val="115000"/>
              </a:lnSpc>
              <a:spcBef>
                <a:spcPts val="0"/>
              </a:spcBef>
              <a:spcAft>
                <a:spcPts val="0"/>
              </a:spcAft>
              <a:buClr>
                <a:schemeClr val="lt1"/>
              </a:buClr>
              <a:buSzPts val="1700"/>
              <a:buChar char="■"/>
              <a:defRPr>
                <a:solidFill>
                  <a:schemeClr val="lt1"/>
                </a:solidFill>
              </a:defRPr>
            </a:lvl6pPr>
            <a:lvl7pPr marL="3200400" lvl="6" indent="-336550">
              <a:lnSpc>
                <a:spcPct val="115000"/>
              </a:lnSpc>
              <a:spcBef>
                <a:spcPts val="0"/>
              </a:spcBef>
              <a:spcAft>
                <a:spcPts val="0"/>
              </a:spcAft>
              <a:buClr>
                <a:schemeClr val="lt1"/>
              </a:buClr>
              <a:buSzPts val="1700"/>
              <a:buChar char="●"/>
              <a:defRPr>
                <a:solidFill>
                  <a:schemeClr val="lt1"/>
                </a:solidFill>
              </a:defRPr>
            </a:lvl7pPr>
            <a:lvl8pPr marL="3657600" lvl="7" indent="-336550">
              <a:lnSpc>
                <a:spcPct val="115000"/>
              </a:lnSpc>
              <a:spcBef>
                <a:spcPts val="0"/>
              </a:spcBef>
              <a:spcAft>
                <a:spcPts val="0"/>
              </a:spcAft>
              <a:buClr>
                <a:schemeClr val="lt1"/>
              </a:buClr>
              <a:buSzPts val="1700"/>
              <a:buChar char="○"/>
              <a:defRPr>
                <a:solidFill>
                  <a:schemeClr val="lt1"/>
                </a:solidFill>
              </a:defRPr>
            </a:lvl8pPr>
            <a:lvl9pPr marL="4114800" lvl="8" indent="-336550">
              <a:lnSpc>
                <a:spcPct val="115000"/>
              </a:lnSpc>
              <a:spcBef>
                <a:spcPts val="0"/>
              </a:spcBef>
              <a:spcAft>
                <a:spcPts val="0"/>
              </a:spcAft>
              <a:buClr>
                <a:schemeClr val="lt1"/>
              </a:buClr>
              <a:buSzPts val="1700"/>
              <a:buChar char="■"/>
              <a:defRPr>
                <a:solidFill>
                  <a:schemeClr val="lt1"/>
                </a:solidFil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ig type">
  <p:cSld name="BIG_NUMBER">
    <p:bg>
      <p:bgPr>
        <a:solidFill>
          <a:schemeClr val="lt2"/>
        </a:solidFill>
        <a:effectLst/>
      </p:bgPr>
    </p:bg>
    <p:spTree>
      <p:nvGrpSpPr>
        <p:cNvPr id="1" name="Shape 342"/>
        <p:cNvGrpSpPr/>
        <p:nvPr/>
      </p:nvGrpSpPr>
      <p:grpSpPr>
        <a:xfrm>
          <a:off x="0" y="0"/>
          <a:ext cx="0" cy="0"/>
          <a:chOff x="0" y="0"/>
          <a:chExt cx="0" cy="0"/>
        </a:xfrm>
      </p:grpSpPr>
      <p:sp>
        <p:nvSpPr>
          <p:cNvPr id="343" name="Google Shape;343;p50"/>
          <p:cNvSpPr txBox="1">
            <a:spLocks noGrp="1"/>
          </p:cNvSpPr>
          <p:nvPr>
            <p:ph type="sldNum" idx="12"/>
          </p:nvPr>
        </p:nvSpPr>
        <p:spPr>
          <a:xfrm>
            <a:off x="8260675" y="205550"/>
            <a:ext cx="548700" cy="292500"/>
          </a:xfrm>
          <a:prstGeom prst="rect">
            <a:avLst/>
          </a:prstGeom>
        </p:spPr>
        <p:txBody>
          <a:bodyPr spcFirstLastPara="1" wrap="square" lIns="91425" tIns="91425" rIns="91425" bIns="91425" anchor="t"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344" name="Google Shape;344;p50"/>
          <p:cNvSpPr txBox="1"/>
          <p:nvPr/>
        </p:nvSpPr>
        <p:spPr>
          <a:xfrm>
            <a:off x="2479675" y="2285400"/>
            <a:ext cx="4184700" cy="5727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2800">
                <a:solidFill>
                  <a:schemeClr val="lt1"/>
                </a:solidFill>
                <a:latin typeface="Inter Tight SemiBold"/>
                <a:ea typeface="Inter Tight SemiBold"/>
                <a:cs typeface="Inter Tight SemiBold"/>
                <a:sym typeface="Inter Tight SemiBold"/>
              </a:rPr>
              <a:t>Questions?</a:t>
            </a:r>
            <a:endParaRPr sz="2800">
              <a:solidFill>
                <a:schemeClr val="lt1"/>
              </a:solidFill>
              <a:latin typeface="Inter Tight SemiBold"/>
              <a:ea typeface="Inter Tight SemiBold"/>
              <a:cs typeface="Inter Tight SemiBold"/>
              <a:sym typeface="Inter Tight SemiBold"/>
            </a:endParaRPr>
          </a:p>
        </p:txBody>
      </p:sp>
      <p:grpSp>
        <p:nvGrpSpPr>
          <p:cNvPr id="345" name="Google Shape;345;p50"/>
          <p:cNvGrpSpPr/>
          <p:nvPr/>
        </p:nvGrpSpPr>
        <p:grpSpPr>
          <a:xfrm rot="300150">
            <a:off x="1277165" y="536719"/>
            <a:ext cx="6594752" cy="4068617"/>
            <a:chOff x="1277284" y="536521"/>
            <a:chExt cx="6594691" cy="4068580"/>
          </a:xfrm>
        </p:grpSpPr>
        <p:grpSp>
          <p:nvGrpSpPr>
            <p:cNvPr id="346" name="Google Shape;346;p50"/>
            <p:cNvGrpSpPr/>
            <p:nvPr/>
          </p:nvGrpSpPr>
          <p:grpSpPr>
            <a:xfrm>
              <a:off x="1277284" y="891662"/>
              <a:ext cx="6594077" cy="3357715"/>
              <a:chOff x="1277284" y="891662"/>
              <a:chExt cx="6594077" cy="3357715"/>
            </a:xfrm>
          </p:grpSpPr>
          <p:sp>
            <p:nvSpPr>
              <p:cNvPr id="347" name="Google Shape;347;p50"/>
              <p:cNvSpPr/>
              <p:nvPr/>
            </p:nvSpPr>
            <p:spPr>
              <a:xfrm rot="-2190">
                <a:off x="6458566" y="1876325"/>
                <a:ext cx="1412700" cy="1390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Tight"/>
                  <a:ea typeface="Inter Tight"/>
                  <a:cs typeface="Inter Tight"/>
                  <a:sym typeface="Inter Tight"/>
                </a:endParaRPr>
              </a:p>
            </p:txBody>
          </p:sp>
          <p:sp>
            <p:nvSpPr>
              <p:cNvPr id="348" name="Google Shape;348;p50"/>
              <p:cNvSpPr/>
              <p:nvPr/>
            </p:nvSpPr>
            <p:spPr>
              <a:xfrm rot="-2453" flipH="1">
                <a:off x="1277283" y="893727"/>
                <a:ext cx="4625401" cy="3354000"/>
              </a:xfrm>
              <a:prstGeom prst="snip1Rect">
                <a:avLst>
                  <a:gd name="adj" fmla="val 4969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Tight SemiBold"/>
                  <a:ea typeface="Inter Tight SemiBold"/>
                  <a:cs typeface="Inter Tight SemiBold"/>
                  <a:sym typeface="Inter Tight SemiBold"/>
                </a:endParaRPr>
              </a:p>
            </p:txBody>
          </p:sp>
          <p:sp>
            <p:nvSpPr>
              <p:cNvPr id="349" name="Google Shape;349;p50"/>
              <p:cNvSpPr/>
              <p:nvPr/>
            </p:nvSpPr>
            <p:spPr>
              <a:xfrm rot="10797547" flipH="1">
                <a:off x="3245660" y="893312"/>
                <a:ext cx="4625701" cy="3354000"/>
              </a:xfrm>
              <a:prstGeom prst="snip1Rect">
                <a:avLst>
                  <a:gd name="adj" fmla="val 4966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Tight SemiBold"/>
                  <a:ea typeface="Inter Tight SemiBold"/>
                  <a:cs typeface="Inter Tight SemiBold"/>
                  <a:sym typeface="Inter Tight SemiBold"/>
                </a:endParaRPr>
              </a:p>
            </p:txBody>
          </p:sp>
          <p:sp>
            <p:nvSpPr>
              <p:cNvPr id="350" name="Google Shape;350;p50"/>
              <p:cNvSpPr/>
              <p:nvPr/>
            </p:nvSpPr>
            <p:spPr>
              <a:xfrm rot="-2190">
                <a:off x="1277395" y="1877958"/>
                <a:ext cx="1412700" cy="1390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Tight"/>
                  <a:ea typeface="Inter Tight"/>
                  <a:cs typeface="Inter Tight"/>
                  <a:sym typeface="Inter Tight"/>
                </a:endParaRPr>
              </a:p>
            </p:txBody>
          </p:sp>
        </p:grpSp>
        <p:sp>
          <p:nvSpPr>
            <p:cNvPr id="351" name="Google Shape;351;p50"/>
            <p:cNvSpPr/>
            <p:nvPr/>
          </p:nvSpPr>
          <p:spPr>
            <a:xfrm rot="-4517241">
              <a:off x="1416960" y="705331"/>
              <a:ext cx="1386770" cy="1361580"/>
            </a:xfrm>
            <a:prstGeom prst="rtTriangl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SemiBold"/>
                <a:ea typeface="Inter Tight SemiBold"/>
                <a:cs typeface="Inter Tight SemiBold"/>
                <a:sym typeface="Inter Tight SemiBold"/>
              </a:endParaRPr>
            </a:p>
          </p:txBody>
        </p:sp>
        <p:sp>
          <p:nvSpPr>
            <p:cNvPr id="352" name="Google Shape;352;p50"/>
            <p:cNvSpPr/>
            <p:nvPr/>
          </p:nvSpPr>
          <p:spPr>
            <a:xfrm rot="6281922">
              <a:off x="6346470" y="3074659"/>
              <a:ext cx="1384510" cy="1363185"/>
            </a:xfrm>
            <a:prstGeom prst="rtTriangl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Tight SemiBold"/>
                <a:ea typeface="Inter Tight SemiBold"/>
                <a:cs typeface="Inter Tight SemiBold"/>
                <a:sym typeface="Inter Tight SemiBold"/>
              </a:endParaRPr>
            </a:p>
          </p:txBody>
        </p:sp>
      </p:grpSp>
      <p:sp>
        <p:nvSpPr>
          <p:cNvPr id="353" name="Google Shape;353;p50"/>
          <p:cNvSpPr txBox="1">
            <a:spLocks noGrp="1"/>
          </p:cNvSpPr>
          <p:nvPr>
            <p:ph type="title"/>
          </p:nvPr>
        </p:nvSpPr>
        <p:spPr>
          <a:xfrm>
            <a:off x="2479675" y="2285400"/>
            <a:ext cx="41847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4" name="Google Shape;354;p50"/>
          <p:cNvSpPr txBox="1">
            <a:spLocks noGrp="1"/>
          </p:cNvSpPr>
          <p:nvPr>
            <p:ph type="subTitle" idx="1"/>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
        <p:nvSpPr>
          <p:cNvPr id="355" name="Google Shape;355;p50"/>
          <p:cNvSpPr txBox="1">
            <a:spLocks noGrp="1"/>
          </p:cNvSpPr>
          <p:nvPr>
            <p:ph type="subTitle" idx="2"/>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1pPr>
            <a:lvl2pPr lvl="1">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2pPr>
            <a:lvl3pPr lvl="2">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3pPr>
            <a:lvl4pPr lvl="3">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4pPr>
            <a:lvl5pPr lvl="4">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5pPr>
            <a:lvl6pPr lvl="5">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6pPr>
            <a:lvl7pPr lvl="6">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7pPr>
            <a:lvl8pPr lvl="7">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8pPr>
            <a:lvl9pPr lvl="8">
              <a:spcBef>
                <a:spcPts val="0"/>
              </a:spcBef>
              <a:spcAft>
                <a:spcPts val="0"/>
              </a:spcAft>
              <a:buClr>
                <a:schemeClr val="lt1"/>
              </a:buClr>
              <a:buSzPts val="700"/>
              <a:buFont typeface="Inter Tight SemiBold"/>
              <a:buNone/>
              <a:defRPr sz="700">
                <a:solidFill>
                  <a:schemeClr val="lt1"/>
                </a:solidFill>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ustom blank" type="blank">
  <p:cSld name="BLANK">
    <p:bg>
      <p:bgPr>
        <a:solidFill>
          <a:schemeClr val="lt1"/>
        </a:solidFill>
        <a:effectLst/>
      </p:bgPr>
    </p:bg>
    <p:spTree>
      <p:nvGrpSpPr>
        <p:cNvPr id="1" name="Shape 356"/>
        <p:cNvGrpSpPr/>
        <p:nvPr/>
      </p:nvGrpSpPr>
      <p:grpSpPr>
        <a:xfrm>
          <a:off x="0" y="0"/>
          <a:ext cx="0" cy="0"/>
          <a:chOff x="0" y="0"/>
          <a:chExt cx="0" cy="0"/>
        </a:xfrm>
      </p:grpSpPr>
      <p:sp>
        <p:nvSpPr>
          <p:cNvPr id="357" name="Google Shape;357;p51"/>
          <p:cNvSpPr txBox="1">
            <a:spLocks noGrp="1"/>
          </p:cNvSpPr>
          <p:nvPr>
            <p:ph type="sldNum" idx="12"/>
          </p:nvPr>
        </p:nvSpPr>
        <p:spPr>
          <a:xfrm>
            <a:off x="8318025" y="205550"/>
            <a:ext cx="548700" cy="393600"/>
          </a:xfrm>
          <a:prstGeom prst="rect">
            <a:avLst/>
          </a:prstGeom>
        </p:spPr>
        <p:txBody>
          <a:bodyPr spcFirstLastPara="1" wrap="square" lIns="91425" tIns="91425" rIns="91425" bIns="91425" anchor="t"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58" name="Google Shape;358;p51"/>
          <p:cNvSpPr txBox="1">
            <a:spLocks noGrp="1"/>
          </p:cNvSpPr>
          <p:nvPr>
            <p:ph type="subTitle" idx="1"/>
          </p:nvPr>
        </p:nvSpPr>
        <p:spPr>
          <a:xfrm>
            <a:off x="1716575" y="205550"/>
            <a:ext cx="28554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
        <p:nvSpPr>
          <p:cNvPr id="359" name="Google Shape;359;p51"/>
          <p:cNvSpPr txBox="1">
            <a:spLocks noGrp="1"/>
          </p:cNvSpPr>
          <p:nvPr>
            <p:ph type="subTitle" idx="2"/>
          </p:nvPr>
        </p:nvSpPr>
        <p:spPr>
          <a:xfrm>
            <a:off x="333925" y="205550"/>
            <a:ext cx="1353300" cy="292500"/>
          </a:xfrm>
          <a:prstGeom prst="rect">
            <a:avLst/>
          </a:prstGeom>
        </p:spPr>
        <p:txBody>
          <a:bodyPr spcFirstLastPara="1" wrap="square" lIns="91425" tIns="91425" rIns="91425" bIns="91425" anchor="t" anchorCtr="0">
            <a:noAutofit/>
          </a:bodyPr>
          <a:lstStyle>
            <a:lvl1pPr lvl="0">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1pPr>
            <a:lvl2pPr lvl="1">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2pPr>
            <a:lvl3pPr lvl="2">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3pPr>
            <a:lvl4pPr lvl="3">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4pPr>
            <a:lvl5pPr lvl="4">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5pPr>
            <a:lvl6pPr lvl="5">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6pPr>
            <a:lvl7pPr lvl="6">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7pPr>
            <a:lvl8pPr lvl="7">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8pPr>
            <a:lvl9pPr lvl="8">
              <a:spcBef>
                <a:spcPts val="0"/>
              </a:spcBef>
              <a:spcAft>
                <a:spcPts val="0"/>
              </a:spcAft>
              <a:buSzPts val="700"/>
              <a:buFont typeface="Inter Tight SemiBold"/>
              <a:buNone/>
              <a:defRPr sz="700">
                <a:latin typeface="Inter Tight SemiBold"/>
                <a:ea typeface="Inter Tight SemiBold"/>
                <a:cs typeface="Inter Tight SemiBold"/>
                <a:sym typeface="Inter Tight SemiBold"/>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theme" Target="../theme/theme2.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475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1pPr>
            <a:lvl2pPr lvl="1">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2pPr>
            <a:lvl3pPr lvl="2">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3pPr>
            <a:lvl4pPr lvl="3">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4pPr>
            <a:lvl5pPr lvl="4">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5pPr>
            <a:lvl6pPr lvl="5">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6pPr>
            <a:lvl7pPr lvl="6">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7pPr>
            <a:lvl8pPr lvl="7">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8pPr>
            <a:lvl9pPr lvl="8">
              <a:spcBef>
                <a:spcPts val="0"/>
              </a:spcBef>
              <a:spcAft>
                <a:spcPts val="0"/>
              </a:spcAft>
              <a:buClr>
                <a:schemeClr val="dk2"/>
              </a:buClr>
              <a:buSzPts val="2800"/>
              <a:buFont typeface="Inter Tight SemiBold"/>
              <a:buNone/>
              <a:defRPr sz="2800">
                <a:solidFill>
                  <a:schemeClr val="dk2"/>
                </a:solidFill>
                <a:latin typeface="Inter Tight SemiBold"/>
                <a:ea typeface="Inter Tight SemiBold"/>
                <a:cs typeface="Inter Tight SemiBold"/>
                <a:sym typeface="Inter Tight SemiBold"/>
              </a:defRPr>
            </a:lvl9pPr>
          </a:lstStyle>
          <a:p>
            <a:endParaRPr/>
          </a:p>
        </p:txBody>
      </p:sp>
      <p:sp>
        <p:nvSpPr>
          <p:cNvPr id="52" name="Google Shape;52;p13"/>
          <p:cNvSpPr txBox="1">
            <a:spLocks noGrp="1"/>
          </p:cNvSpPr>
          <p:nvPr>
            <p:ph type="body" idx="1"/>
          </p:nvPr>
        </p:nvSpPr>
        <p:spPr>
          <a:xfrm>
            <a:off x="311700" y="1152475"/>
            <a:ext cx="8475600" cy="3416400"/>
          </a:xfrm>
          <a:prstGeom prst="rect">
            <a:avLst/>
          </a:prstGeom>
          <a:noFill/>
          <a:ln>
            <a:noFill/>
          </a:ln>
        </p:spPr>
        <p:txBody>
          <a:bodyPr spcFirstLastPara="1" wrap="square" lIns="91425" tIns="91425" rIns="91425" bIns="91425" anchor="t" anchorCtr="0">
            <a:spAutoFit/>
          </a:bodyPr>
          <a:lstStyle>
            <a:lvl1pPr marL="457200" lvl="0"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1pPr>
            <a:lvl2pPr marL="914400" lvl="1"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2pPr>
            <a:lvl3pPr marL="1371600" lvl="2"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3pPr>
            <a:lvl4pPr marL="1828800" lvl="3"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4pPr>
            <a:lvl5pPr marL="2286000" lvl="4"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5pPr>
            <a:lvl6pPr marL="2743200" lvl="5"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6pPr>
            <a:lvl7pPr marL="3200400" lvl="6"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7pPr>
            <a:lvl8pPr marL="3657600" lvl="7"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8pPr>
            <a:lvl9pPr marL="4114800" lvl="8" indent="-336550">
              <a:spcBef>
                <a:spcPts val="0"/>
              </a:spcBef>
              <a:spcAft>
                <a:spcPts val="0"/>
              </a:spcAft>
              <a:buClr>
                <a:schemeClr val="dk1"/>
              </a:buClr>
              <a:buSzPts val="1700"/>
              <a:buFont typeface="Inter Tight"/>
              <a:buChar char="■"/>
              <a:defRPr sz="1700">
                <a:solidFill>
                  <a:schemeClr val="dk1"/>
                </a:solidFill>
                <a:latin typeface="Inter Tight"/>
                <a:ea typeface="Inter Tight"/>
                <a:cs typeface="Inter Tight"/>
                <a:sym typeface="Inter Tight"/>
              </a:defRPr>
            </a:lvl9pPr>
          </a:lstStyle>
          <a:p>
            <a:endParaRPr/>
          </a:p>
        </p:txBody>
      </p:sp>
      <p:sp>
        <p:nvSpPr>
          <p:cNvPr id="53" name="Google Shape;53;p13"/>
          <p:cNvSpPr txBox="1">
            <a:spLocks noGrp="1"/>
          </p:cNvSpPr>
          <p:nvPr>
            <p:ph type="sldNum" idx="12"/>
          </p:nvPr>
        </p:nvSpPr>
        <p:spPr>
          <a:xfrm>
            <a:off x="8260675" y="205550"/>
            <a:ext cx="548700" cy="292500"/>
          </a:xfrm>
          <a:prstGeom prst="rect">
            <a:avLst/>
          </a:prstGeom>
          <a:noFill/>
          <a:ln>
            <a:noFill/>
          </a:ln>
        </p:spPr>
        <p:txBody>
          <a:bodyPr spcFirstLastPara="1" wrap="square" lIns="91425" tIns="91425" rIns="91425" bIns="91425" anchor="t" anchorCtr="0">
            <a:normAutofit/>
          </a:bodyPr>
          <a:lstStyle>
            <a:lvl1pPr lvl="0" algn="r">
              <a:buNone/>
              <a:defRPr sz="700">
                <a:solidFill>
                  <a:schemeClr val="dk1"/>
                </a:solidFill>
                <a:latin typeface="Inter Tight SemiBold"/>
                <a:ea typeface="Inter Tight SemiBold"/>
                <a:cs typeface="Inter Tight SemiBold"/>
                <a:sym typeface="Inter Tight SemiBold"/>
              </a:defRPr>
            </a:lvl1pPr>
            <a:lvl2pPr lvl="1" algn="r">
              <a:buNone/>
              <a:defRPr sz="700">
                <a:solidFill>
                  <a:schemeClr val="dk1"/>
                </a:solidFill>
                <a:latin typeface="Inter Tight SemiBold"/>
                <a:ea typeface="Inter Tight SemiBold"/>
                <a:cs typeface="Inter Tight SemiBold"/>
                <a:sym typeface="Inter Tight SemiBold"/>
              </a:defRPr>
            </a:lvl2pPr>
            <a:lvl3pPr lvl="2" algn="r">
              <a:buNone/>
              <a:defRPr sz="700">
                <a:solidFill>
                  <a:schemeClr val="dk1"/>
                </a:solidFill>
                <a:latin typeface="Inter Tight SemiBold"/>
                <a:ea typeface="Inter Tight SemiBold"/>
                <a:cs typeface="Inter Tight SemiBold"/>
                <a:sym typeface="Inter Tight SemiBold"/>
              </a:defRPr>
            </a:lvl3pPr>
            <a:lvl4pPr lvl="3" algn="r">
              <a:buNone/>
              <a:defRPr sz="700">
                <a:solidFill>
                  <a:schemeClr val="dk1"/>
                </a:solidFill>
                <a:latin typeface="Inter Tight SemiBold"/>
                <a:ea typeface="Inter Tight SemiBold"/>
                <a:cs typeface="Inter Tight SemiBold"/>
                <a:sym typeface="Inter Tight SemiBold"/>
              </a:defRPr>
            </a:lvl4pPr>
            <a:lvl5pPr lvl="4" algn="r">
              <a:buNone/>
              <a:defRPr sz="700">
                <a:solidFill>
                  <a:schemeClr val="dk1"/>
                </a:solidFill>
                <a:latin typeface="Inter Tight SemiBold"/>
                <a:ea typeface="Inter Tight SemiBold"/>
                <a:cs typeface="Inter Tight SemiBold"/>
                <a:sym typeface="Inter Tight SemiBold"/>
              </a:defRPr>
            </a:lvl5pPr>
            <a:lvl6pPr lvl="5" algn="r">
              <a:buNone/>
              <a:defRPr sz="700">
                <a:solidFill>
                  <a:schemeClr val="dk1"/>
                </a:solidFill>
                <a:latin typeface="Inter Tight SemiBold"/>
                <a:ea typeface="Inter Tight SemiBold"/>
                <a:cs typeface="Inter Tight SemiBold"/>
                <a:sym typeface="Inter Tight SemiBold"/>
              </a:defRPr>
            </a:lvl6pPr>
            <a:lvl7pPr lvl="6" algn="r">
              <a:buNone/>
              <a:defRPr sz="700">
                <a:solidFill>
                  <a:schemeClr val="dk1"/>
                </a:solidFill>
                <a:latin typeface="Inter Tight SemiBold"/>
                <a:ea typeface="Inter Tight SemiBold"/>
                <a:cs typeface="Inter Tight SemiBold"/>
                <a:sym typeface="Inter Tight SemiBold"/>
              </a:defRPr>
            </a:lvl7pPr>
            <a:lvl8pPr lvl="7" algn="r">
              <a:buNone/>
              <a:defRPr sz="700">
                <a:solidFill>
                  <a:schemeClr val="dk1"/>
                </a:solidFill>
                <a:latin typeface="Inter Tight SemiBold"/>
                <a:ea typeface="Inter Tight SemiBold"/>
                <a:cs typeface="Inter Tight SemiBold"/>
                <a:sym typeface="Inter Tight SemiBold"/>
              </a:defRPr>
            </a:lvl8pPr>
            <a:lvl9pPr lvl="8" algn="r">
              <a:buNone/>
              <a:defRPr sz="700">
                <a:solidFill>
                  <a:schemeClr val="dk1"/>
                </a:solidFill>
                <a:latin typeface="Inter Tight SemiBold"/>
                <a:ea typeface="Inter Tight SemiBold"/>
                <a:cs typeface="Inter Tight SemiBold"/>
                <a:sym typeface="Inter Tight SemiBold"/>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52"/>
          <p:cNvSpPr txBox="1">
            <a:spLocks noGrp="1"/>
          </p:cNvSpPr>
          <p:nvPr>
            <p:ph type="ctrTitle"/>
          </p:nvPr>
        </p:nvSpPr>
        <p:spPr>
          <a:xfrm>
            <a:off x="847850" y="1559575"/>
            <a:ext cx="7668300" cy="7665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Clr>
                <a:schemeClr val="accent1"/>
              </a:buClr>
              <a:buSzPts val="1100"/>
              <a:buFont typeface="Arial"/>
              <a:buNone/>
            </a:pPr>
            <a:r>
              <a:rPr lang="en" sz="4200">
                <a:solidFill>
                  <a:srgbClr val="38761D"/>
                </a:solidFill>
              </a:rPr>
              <a:t>Driver Behaviour Classification</a:t>
            </a:r>
            <a:endParaRPr sz="4200">
              <a:solidFill>
                <a:srgbClr val="38761D"/>
              </a:solidFill>
            </a:endParaRPr>
          </a:p>
        </p:txBody>
      </p:sp>
      <p:sp>
        <p:nvSpPr>
          <p:cNvPr id="365" name="Google Shape;365;p52"/>
          <p:cNvSpPr txBox="1">
            <a:spLocks noGrp="1"/>
          </p:cNvSpPr>
          <p:nvPr>
            <p:ph type="subTitle" idx="1"/>
          </p:nvPr>
        </p:nvSpPr>
        <p:spPr>
          <a:xfrm>
            <a:off x="2656275" y="3078850"/>
            <a:ext cx="3311700" cy="1323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rgbClr val="000000"/>
                </a:solidFill>
              </a:rPr>
              <a:t>Team Members</a:t>
            </a:r>
            <a:endParaRPr sz="2000">
              <a:solidFill>
                <a:srgbClr val="000000"/>
              </a:solidFill>
            </a:endParaRPr>
          </a:p>
          <a:p>
            <a:pPr marL="457200" lvl="0" indent="-342900" algn="l" rtl="0">
              <a:spcBef>
                <a:spcPts val="0"/>
              </a:spcBef>
              <a:spcAft>
                <a:spcPts val="0"/>
              </a:spcAft>
              <a:buClr>
                <a:srgbClr val="000000"/>
              </a:buClr>
              <a:buSzPts val="1800"/>
              <a:buChar char="●"/>
            </a:pPr>
            <a:r>
              <a:rPr lang="en" sz="1800">
                <a:solidFill>
                  <a:srgbClr val="000000"/>
                </a:solidFill>
              </a:rPr>
              <a:t>S M Haque</a:t>
            </a:r>
            <a:endParaRPr sz="1800">
              <a:solidFill>
                <a:srgbClr val="000000"/>
              </a:solidFill>
            </a:endParaRPr>
          </a:p>
          <a:p>
            <a:pPr marL="457200" lvl="0" indent="-342900" algn="l" rtl="0">
              <a:spcBef>
                <a:spcPts val="0"/>
              </a:spcBef>
              <a:spcAft>
                <a:spcPts val="0"/>
              </a:spcAft>
              <a:buClr>
                <a:srgbClr val="000000"/>
              </a:buClr>
              <a:buSzPts val="1800"/>
              <a:buChar char="●"/>
            </a:pPr>
            <a:r>
              <a:rPr lang="en" sz="1800">
                <a:solidFill>
                  <a:srgbClr val="000000"/>
                </a:solidFill>
              </a:rPr>
              <a:t>Kavya</a:t>
            </a:r>
            <a:endParaRPr sz="1800">
              <a:solidFill>
                <a:srgbClr val="000000"/>
              </a:solidFill>
            </a:endParaRPr>
          </a:p>
          <a:p>
            <a:pPr marL="457200" lvl="0" indent="-342900" algn="l" rtl="0">
              <a:spcBef>
                <a:spcPts val="0"/>
              </a:spcBef>
              <a:spcAft>
                <a:spcPts val="0"/>
              </a:spcAft>
              <a:buClr>
                <a:srgbClr val="000000"/>
              </a:buClr>
              <a:buSzPts val="1800"/>
              <a:buChar char="●"/>
            </a:pPr>
            <a:r>
              <a:rPr lang="en" sz="1800">
                <a:solidFill>
                  <a:srgbClr val="000000"/>
                </a:solidFill>
              </a:rPr>
              <a:t>Zabi</a:t>
            </a:r>
            <a:endParaRPr sz="18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3"/>
          <p:cNvSpPr txBox="1">
            <a:spLocks noGrp="1"/>
          </p:cNvSpPr>
          <p:nvPr>
            <p:ph type="ctrTitle"/>
          </p:nvPr>
        </p:nvSpPr>
        <p:spPr>
          <a:xfrm>
            <a:off x="575975" y="894900"/>
            <a:ext cx="7467600" cy="40860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sz="2000" b="1">
                <a:latin typeface="Times New Roman"/>
                <a:ea typeface="Times New Roman"/>
                <a:cs typeface="Times New Roman"/>
                <a:sym typeface="Times New Roman"/>
              </a:rPr>
              <a:t>Objective: </a:t>
            </a:r>
            <a:r>
              <a:rPr lang="en" sz="2000">
                <a:solidFill>
                  <a:srgbClr val="1F1F1F"/>
                </a:solidFill>
                <a:highlight>
                  <a:srgbClr val="FFFFFF"/>
                </a:highlight>
                <a:latin typeface="Times New Roman"/>
                <a:ea typeface="Times New Roman"/>
                <a:cs typeface="Times New Roman"/>
                <a:sym typeface="Times New Roman"/>
              </a:rPr>
              <a:t>The primary objective of this project is to develop a deep learning-based image classification model that can automatically detect and classify different driver behaviors. The system aims to distinguish between safe driving and various distracted behaviors such as texting, calling, or turning away from the road</a:t>
            </a:r>
            <a:endParaRPr sz="2000">
              <a:solidFill>
                <a:srgbClr val="1F1F1F"/>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r>
              <a:rPr lang="en" sz="2000">
                <a:solidFill>
                  <a:srgbClr val="1F1F1F"/>
                </a:solidFill>
                <a:highlight>
                  <a:srgbClr val="FFFFFF"/>
                </a:highlight>
                <a:latin typeface="Times New Roman"/>
                <a:ea typeface="Times New Roman"/>
                <a:cs typeface="Times New Roman"/>
                <a:sym typeface="Times New Roman"/>
              </a:rPr>
              <a:t>The goal is to achieve high classification accuracy and reliable real-time performance.</a:t>
            </a:r>
            <a:endParaRPr sz="2000">
              <a:solidFill>
                <a:srgbClr val="1F1F1F"/>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r>
              <a:rPr lang="en" sz="1800">
                <a:solidFill>
                  <a:srgbClr val="1F1F1F"/>
                </a:solidFill>
                <a:highlight>
                  <a:srgbClr val="FFFFFF"/>
                </a:highlight>
                <a:latin typeface="Times New Roman"/>
                <a:ea typeface="Times New Roman"/>
                <a:cs typeface="Times New Roman"/>
                <a:sym typeface="Times New Roman"/>
              </a:rPr>
              <a:t>Model: VGG16, MobileNet and AlexNet</a:t>
            </a:r>
            <a:endParaRPr sz="1800">
              <a:solidFill>
                <a:srgbClr val="1F1F1F"/>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endParaRPr sz="2000">
              <a:solidFill>
                <a:srgbClr val="1F1F1F"/>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Clr>
                <a:schemeClr val="dk1"/>
              </a:buClr>
              <a:buSzPct val="55000"/>
              <a:buFont typeface="Arial"/>
              <a:buNone/>
            </a:pPr>
            <a:endParaRPr sz="2000">
              <a:solidFill>
                <a:srgbClr val="1F1F1F"/>
              </a:solidFill>
              <a:highlight>
                <a:srgbClr val="FFFFFF"/>
              </a:highlight>
              <a:latin typeface="Times New Roman"/>
              <a:ea typeface="Times New Roman"/>
              <a:cs typeface="Times New Roman"/>
              <a:sym typeface="Times New Roman"/>
            </a:endParaRPr>
          </a:p>
          <a:p>
            <a:pPr marL="0" lvl="0" indent="0" algn="ctr" rtl="0">
              <a:spcBef>
                <a:spcPts val="0"/>
              </a:spcBef>
              <a:spcAft>
                <a:spcPts val="0"/>
              </a:spcAft>
              <a:buNone/>
            </a:pPr>
            <a:endParaRPr sz="2000"/>
          </a:p>
        </p:txBody>
      </p:sp>
      <p:sp>
        <p:nvSpPr>
          <p:cNvPr id="371" name="Google Shape;371;p53"/>
          <p:cNvSpPr txBox="1">
            <a:spLocks noGrp="1"/>
          </p:cNvSpPr>
          <p:nvPr>
            <p:ph type="ctrTitle"/>
          </p:nvPr>
        </p:nvSpPr>
        <p:spPr>
          <a:xfrm>
            <a:off x="892900" y="268200"/>
            <a:ext cx="7345800" cy="626700"/>
          </a:xfrm>
          <a:prstGeom prst="rect">
            <a:avLst/>
          </a:prstGeom>
          <a:solidFill>
            <a:srgbClr val="6AA84F"/>
          </a:solidFill>
        </p:spPr>
        <p:txBody>
          <a:bodyPr spcFirstLastPara="1" wrap="square" lIns="91425" tIns="91425" rIns="91425" bIns="91425" anchor="b" anchorCtr="0">
            <a:noAutofit/>
          </a:bodyPr>
          <a:lstStyle/>
          <a:p>
            <a:pPr marL="0" lvl="0" indent="0" algn="ctr" rtl="0">
              <a:spcBef>
                <a:spcPts val="0"/>
              </a:spcBef>
              <a:spcAft>
                <a:spcPts val="0"/>
              </a:spcAft>
              <a:buNone/>
            </a:pPr>
            <a:r>
              <a:rPr lang="en" sz="3800">
                <a:solidFill>
                  <a:srgbClr val="000000"/>
                </a:solidFill>
                <a:latin typeface="Times New Roman"/>
                <a:ea typeface="Times New Roman"/>
                <a:cs typeface="Times New Roman"/>
                <a:sym typeface="Times New Roman"/>
              </a:rPr>
              <a:t>Objective</a:t>
            </a:r>
            <a:endParaRPr sz="38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54"/>
          <p:cNvSpPr txBox="1">
            <a:spLocks noGrp="1"/>
          </p:cNvSpPr>
          <p:nvPr>
            <p:ph type="ctrTitle"/>
          </p:nvPr>
        </p:nvSpPr>
        <p:spPr>
          <a:xfrm>
            <a:off x="1100150" y="268200"/>
            <a:ext cx="7088700" cy="626700"/>
          </a:xfrm>
          <a:prstGeom prst="rect">
            <a:avLst/>
          </a:prstGeom>
          <a:solidFill>
            <a:srgbClr val="6AA84F"/>
          </a:solidFill>
        </p:spPr>
        <p:txBody>
          <a:bodyPr spcFirstLastPara="1" wrap="square" lIns="91425" tIns="91425" rIns="91425" bIns="91425" anchor="b" anchorCtr="0">
            <a:noAutofit/>
          </a:bodyPr>
          <a:lstStyle/>
          <a:p>
            <a:pPr marL="0" lvl="0" indent="0" algn="ctr" rtl="0">
              <a:spcBef>
                <a:spcPts val="0"/>
              </a:spcBef>
              <a:spcAft>
                <a:spcPts val="0"/>
              </a:spcAft>
              <a:buNone/>
            </a:pPr>
            <a:r>
              <a:rPr lang="en" sz="3800">
                <a:solidFill>
                  <a:srgbClr val="000000"/>
                </a:solidFill>
                <a:latin typeface="Times New Roman"/>
                <a:ea typeface="Times New Roman"/>
                <a:cs typeface="Times New Roman"/>
                <a:sym typeface="Times New Roman"/>
              </a:rPr>
              <a:t>Dataset</a:t>
            </a:r>
            <a:endParaRPr sz="3800">
              <a:solidFill>
                <a:srgbClr val="000000"/>
              </a:solidFill>
              <a:latin typeface="Times New Roman"/>
              <a:ea typeface="Times New Roman"/>
              <a:cs typeface="Times New Roman"/>
              <a:sym typeface="Times New Roman"/>
            </a:endParaRPr>
          </a:p>
        </p:txBody>
      </p:sp>
      <p:pic>
        <p:nvPicPr>
          <p:cNvPr id="377" name="Google Shape;377;p54"/>
          <p:cNvPicPr preferRelativeResize="0"/>
          <p:nvPr/>
        </p:nvPicPr>
        <p:blipFill>
          <a:blip r:embed="rId3">
            <a:alphaModFix/>
          </a:blip>
          <a:stretch>
            <a:fillRect/>
          </a:stretch>
        </p:blipFill>
        <p:spPr>
          <a:xfrm>
            <a:off x="5025800" y="1096500"/>
            <a:ext cx="3714744" cy="3859375"/>
          </a:xfrm>
          <a:prstGeom prst="rect">
            <a:avLst/>
          </a:prstGeom>
          <a:noFill/>
          <a:ln>
            <a:noFill/>
          </a:ln>
        </p:spPr>
      </p:pic>
      <p:sp>
        <p:nvSpPr>
          <p:cNvPr id="378" name="Google Shape;378;p54"/>
          <p:cNvSpPr txBox="1"/>
          <p:nvPr/>
        </p:nvSpPr>
        <p:spPr>
          <a:xfrm>
            <a:off x="695450" y="1174000"/>
            <a:ext cx="41775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latin typeface="Times New Roman"/>
                <a:ea typeface="Times New Roman"/>
                <a:cs typeface="Times New Roman"/>
                <a:sym typeface="Times New Roman"/>
              </a:rPr>
              <a:t>Data source:</a:t>
            </a:r>
            <a:r>
              <a:rPr lang="en" sz="1800">
                <a:latin typeface="Times New Roman"/>
                <a:ea typeface="Times New Roman"/>
                <a:cs typeface="Times New Roman"/>
                <a:sym typeface="Times New Roman"/>
              </a:rPr>
              <a:t> Kaggle</a:t>
            </a:r>
            <a:endParaRPr sz="1800">
              <a:latin typeface="Times New Roman"/>
              <a:ea typeface="Times New Roman"/>
              <a:cs typeface="Times New Roman"/>
              <a:sym typeface="Times New Roman"/>
            </a:endParaRPr>
          </a:p>
          <a:p>
            <a:pPr marL="0" lvl="0" indent="0" algn="l" rtl="0">
              <a:spcBef>
                <a:spcPts val="0"/>
              </a:spcBef>
              <a:spcAft>
                <a:spcPts val="0"/>
              </a:spcAft>
              <a:buNone/>
            </a:pPr>
            <a:r>
              <a:rPr lang="en" sz="1800">
                <a:latin typeface="Times New Roman"/>
                <a:ea typeface="Times New Roman"/>
                <a:cs typeface="Times New Roman"/>
                <a:sym typeface="Times New Roman"/>
              </a:rPr>
              <a:t>This image dataset contains the major activities of driver classified.</a:t>
            </a:r>
            <a:endParaRPr sz="1800">
              <a:latin typeface="Times New Roman"/>
              <a:ea typeface="Times New Roman"/>
              <a:cs typeface="Times New Roman"/>
              <a:sym typeface="Times New Roman"/>
            </a:endParaRPr>
          </a:p>
          <a:p>
            <a:pPr marL="0" lvl="0" indent="0" algn="l" rtl="0">
              <a:spcBef>
                <a:spcPts val="0"/>
              </a:spcBef>
              <a:spcAft>
                <a:spcPts val="0"/>
              </a:spcAft>
              <a:buNone/>
            </a:pPr>
            <a:endParaRPr sz="1800">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r>
              <a:rPr lang="en" sz="1800">
                <a:solidFill>
                  <a:schemeClr val="dk1"/>
                </a:solidFill>
                <a:latin typeface="Times New Roman"/>
                <a:ea typeface="Times New Roman"/>
                <a:cs typeface="Times New Roman"/>
                <a:sym typeface="Times New Roman"/>
              </a:rPr>
              <a:t>Dataset Includes 5 different class:</a:t>
            </a:r>
            <a:endParaRPr sz="180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Safe_driving</a:t>
            </a:r>
            <a:endParaRPr sz="180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Turning</a:t>
            </a:r>
            <a:endParaRPr sz="180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Other_activities</a:t>
            </a:r>
            <a:endParaRPr sz="180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Talking_phone</a:t>
            </a:r>
            <a:endParaRPr sz="1800">
              <a:solidFill>
                <a:schemeClr val="dk1"/>
              </a:solidFill>
              <a:latin typeface="Times New Roman"/>
              <a:ea typeface="Times New Roman"/>
              <a:cs typeface="Times New Roman"/>
              <a:sym typeface="Times New Roman"/>
            </a:endParaRPr>
          </a:p>
          <a:p>
            <a:pPr marL="457200" lvl="0" indent="-342900" algn="l" rtl="0">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texting_phone</a:t>
            </a:r>
            <a:endParaRPr sz="1800">
              <a:latin typeface="Inter Tight"/>
              <a:ea typeface="Inter Tight"/>
              <a:cs typeface="Inter Tight"/>
              <a:sym typeface="Inter T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5"/>
          <p:cNvSpPr txBox="1">
            <a:spLocks noGrp="1"/>
          </p:cNvSpPr>
          <p:nvPr>
            <p:ph type="ctrTitle"/>
          </p:nvPr>
        </p:nvSpPr>
        <p:spPr>
          <a:xfrm>
            <a:off x="917375" y="424850"/>
            <a:ext cx="7310700" cy="639600"/>
          </a:xfrm>
          <a:prstGeom prst="rect">
            <a:avLst/>
          </a:prstGeom>
          <a:solidFill>
            <a:srgbClr val="6AA84F"/>
          </a:solidFill>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800">
                <a:solidFill>
                  <a:srgbClr val="000000"/>
                </a:solidFill>
                <a:latin typeface="Times New Roman"/>
                <a:ea typeface="Times New Roman"/>
                <a:cs typeface="Times New Roman"/>
                <a:sym typeface="Times New Roman"/>
              </a:rPr>
              <a:t>Data Preparation</a:t>
            </a:r>
            <a:endParaRPr sz="3800">
              <a:solidFill>
                <a:srgbClr val="000000"/>
              </a:solidFill>
              <a:latin typeface="Times New Roman"/>
              <a:ea typeface="Times New Roman"/>
              <a:cs typeface="Times New Roman"/>
              <a:sym typeface="Times New Roman"/>
            </a:endParaRPr>
          </a:p>
        </p:txBody>
      </p:sp>
      <p:sp>
        <p:nvSpPr>
          <p:cNvPr id="384" name="Google Shape;384;p55"/>
          <p:cNvSpPr txBox="1">
            <a:spLocks noGrp="1"/>
          </p:cNvSpPr>
          <p:nvPr>
            <p:ph type="subTitle" idx="1"/>
          </p:nvPr>
        </p:nvSpPr>
        <p:spPr>
          <a:xfrm>
            <a:off x="512700" y="1179800"/>
            <a:ext cx="7443900" cy="38706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endParaRPr sz="1800">
              <a:solidFill>
                <a:schemeClr val="dk1"/>
              </a:solidFill>
              <a:latin typeface="Times New Roman"/>
              <a:ea typeface="Times New Roman"/>
              <a:cs typeface="Times New Roman"/>
              <a:sym typeface="Times New Roman"/>
            </a:endParaRPr>
          </a:p>
          <a:p>
            <a:pPr marL="457200" lvl="0" indent="-342900" algn="l" rtl="0">
              <a:lnSpc>
                <a:spcPct val="115000"/>
              </a:lnSpc>
              <a:spcBef>
                <a:spcPts val="70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Removed corrupted images.</a:t>
            </a:r>
            <a:endParaRPr sz="180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70% Train, 10% Validation, 20% Test split.</a:t>
            </a:r>
            <a:endParaRPr sz="1800">
              <a:solidFill>
                <a:schemeClr val="dk1"/>
              </a:solidFill>
              <a:latin typeface="Times New Roman"/>
              <a:ea typeface="Times New Roman"/>
              <a:cs typeface="Times New Roman"/>
              <a:sym typeface="Times New Roman"/>
            </a:endParaRPr>
          </a:p>
          <a:p>
            <a:pPr marL="457200" lvl="0" indent="-342900" algn="l" rtl="0">
              <a:lnSpc>
                <a:spcPct val="115000"/>
              </a:lnSpc>
              <a:spcBef>
                <a:spcPts val="0"/>
              </a:spcBef>
              <a:spcAft>
                <a:spcPts val="0"/>
              </a:spcAft>
              <a:buClr>
                <a:schemeClr val="dk1"/>
              </a:buClr>
              <a:buSzPts val="1800"/>
              <a:buFont typeface="Times New Roman"/>
              <a:buChar char="●"/>
            </a:pPr>
            <a:r>
              <a:rPr lang="en" sz="1800">
                <a:solidFill>
                  <a:schemeClr val="dk1"/>
                </a:solidFill>
                <a:latin typeface="Times New Roman"/>
                <a:ea typeface="Times New Roman"/>
                <a:cs typeface="Times New Roman"/>
                <a:sym typeface="Times New Roman"/>
              </a:rPr>
              <a:t>Used stratified sampling.</a:t>
            </a:r>
            <a:endParaRPr sz="1800">
              <a:solidFill>
                <a:schemeClr val="dk1"/>
              </a:solidFill>
              <a:latin typeface="Times New Roman"/>
              <a:ea typeface="Times New Roman"/>
              <a:cs typeface="Times New Roman"/>
              <a:sym typeface="Times New Roman"/>
            </a:endParaRPr>
          </a:p>
          <a:p>
            <a:pPr marL="457200" lvl="0" indent="0" algn="l" rtl="0">
              <a:lnSpc>
                <a:spcPct val="115000"/>
              </a:lnSpc>
              <a:spcBef>
                <a:spcPts val="700"/>
              </a:spcBef>
              <a:spcAft>
                <a:spcPts val="0"/>
              </a:spcAft>
              <a:buNone/>
            </a:pPr>
            <a:endParaRPr sz="1000">
              <a:solidFill>
                <a:schemeClr val="dk1"/>
              </a:solidFill>
              <a:latin typeface="Times New Roman"/>
              <a:ea typeface="Times New Roman"/>
              <a:cs typeface="Times New Roman"/>
              <a:sym typeface="Times New Roman"/>
            </a:endParaRPr>
          </a:p>
          <a:p>
            <a:pPr marL="0" lvl="0" indent="0" algn="l" rtl="0">
              <a:lnSpc>
                <a:spcPct val="115000"/>
              </a:lnSpc>
              <a:spcBef>
                <a:spcPts val="700"/>
              </a:spcBef>
              <a:spcAft>
                <a:spcPts val="0"/>
              </a:spcAft>
              <a:buNone/>
            </a:pPr>
            <a:r>
              <a:rPr lang="en" sz="1800">
                <a:solidFill>
                  <a:srgbClr val="1F1F1F"/>
                </a:solidFill>
                <a:highlight>
                  <a:srgbClr val="FFFFFF"/>
                </a:highlight>
                <a:latin typeface="Times New Roman"/>
                <a:ea typeface="Times New Roman"/>
                <a:cs typeface="Times New Roman"/>
                <a:sym typeface="Times New Roman"/>
              </a:rPr>
              <a:t>Stratification ensures that each split maintains the same class distribution. The test set was kept completely unseen during training and model selection.</a:t>
            </a:r>
            <a:endParaRPr sz="1800">
              <a:solidFill>
                <a:schemeClr val="dk1"/>
              </a:solidFill>
              <a:latin typeface="Times New Roman"/>
              <a:ea typeface="Times New Roman"/>
              <a:cs typeface="Times New Roman"/>
              <a:sym typeface="Times New Roman"/>
            </a:endParaRPr>
          </a:p>
          <a:p>
            <a:pPr marL="0" lvl="0" indent="0" algn="ctr"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56"/>
          <p:cNvSpPr txBox="1">
            <a:spLocks noGrp="1"/>
          </p:cNvSpPr>
          <p:nvPr>
            <p:ph type="ctrTitle"/>
          </p:nvPr>
        </p:nvSpPr>
        <p:spPr>
          <a:xfrm>
            <a:off x="892900" y="267375"/>
            <a:ext cx="7332300" cy="697800"/>
          </a:xfrm>
          <a:prstGeom prst="rect">
            <a:avLst/>
          </a:prstGeom>
          <a:solidFill>
            <a:srgbClr val="6AA84F"/>
          </a:solidFill>
        </p:spPr>
        <p:txBody>
          <a:bodyPr spcFirstLastPara="1" wrap="square" lIns="91425" tIns="91425" rIns="91425" bIns="91425" anchor="b" anchorCtr="0">
            <a:noAutofit/>
          </a:bodyPr>
          <a:lstStyle/>
          <a:p>
            <a:pPr marL="0" lvl="0" indent="0" algn="ctr" rtl="0">
              <a:spcBef>
                <a:spcPts val="0"/>
              </a:spcBef>
              <a:spcAft>
                <a:spcPts val="0"/>
              </a:spcAft>
              <a:buNone/>
            </a:pPr>
            <a:r>
              <a:rPr lang="en" sz="3800">
                <a:solidFill>
                  <a:srgbClr val="000000"/>
                </a:solidFill>
                <a:latin typeface="Times New Roman"/>
                <a:ea typeface="Times New Roman"/>
                <a:cs typeface="Times New Roman"/>
                <a:sym typeface="Times New Roman"/>
              </a:rPr>
              <a:t>Baseline CNN Mode</a:t>
            </a:r>
            <a:r>
              <a:rPr lang="en" sz="4000">
                <a:solidFill>
                  <a:srgbClr val="000000"/>
                </a:solidFill>
                <a:latin typeface="Times New Roman"/>
                <a:ea typeface="Times New Roman"/>
                <a:cs typeface="Times New Roman"/>
                <a:sym typeface="Times New Roman"/>
              </a:rPr>
              <a:t>l</a:t>
            </a:r>
            <a:endParaRPr sz="4000">
              <a:solidFill>
                <a:srgbClr val="000000"/>
              </a:solidFill>
              <a:latin typeface="Times New Roman"/>
              <a:ea typeface="Times New Roman"/>
              <a:cs typeface="Times New Roman"/>
              <a:sym typeface="Times New Roman"/>
            </a:endParaRPr>
          </a:p>
        </p:txBody>
      </p:sp>
      <p:sp>
        <p:nvSpPr>
          <p:cNvPr id="390" name="Google Shape;390;p56"/>
          <p:cNvSpPr txBox="1">
            <a:spLocks noGrp="1"/>
          </p:cNvSpPr>
          <p:nvPr>
            <p:ph type="subTitle" idx="1"/>
          </p:nvPr>
        </p:nvSpPr>
        <p:spPr>
          <a:xfrm>
            <a:off x="311700" y="1197250"/>
            <a:ext cx="8520600" cy="3946200"/>
          </a:xfrm>
          <a:prstGeom prst="rect">
            <a:avLst/>
          </a:prstGeom>
        </p:spPr>
        <p:txBody>
          <a:bodyPr spcFirstLastPara="1" wrap="square" lIns="91425" tIns="91425" rIns="91425" bIns="91425" anchor="t" anchorCtr="0">
            <a:normAutofit fontScale="77500" lnSpcReduction="20000"/>
          </a:bodyPr>
          <a:lstStyle/>
          <a:p>
            <a:pPr marL="0" lvl="0" indent="0" algn="l" rtl="0">
              <a:lnSpc>
                <a:spcPct val="115000"/>
              </a:lnSpc>
              <a:spcBef>
                <a:spcPts val="800"/>
              </a:spcBef>
              <a:spcAft>
                <a:spcPts val="0"/>
              </a:spcAft>
              <a:buClr>
                <a:schemeClr val="dk1"/>
              </a:buClr>
              <a:buSzPct val="47826"/>
              <a:buFont typeface="Arial"/>
              <a:buNone/>
            </a:pPr>
            <a:r>
              <a:rPr lang="en" sz="2300">
                <a:solidFill>
                  <a:srgbClr val="1F1F1F"/>
                </a:solidFill>
                <a:highlight>
                  <a:srgbClr val="FFFFFF"/>
                </a:highlight>
                <a:latin typeface="Times New Roman"/>
                <a:ea typeface="Times New Roman"/>
                <a:cs typeface="Times New Roman"/>
                <a:sym typeface="Times New Roman"/>
              </a:rPr>
              <a:t>A simple CNN was implemented as a baseline model. This model was trained from scratch without any pretrained weights.</a:t>
            </a:r>
            <a:endParaRPr sz="2300">
              <a:solidFill>
                <a:schemeClr val="dk1"/>
              </a:solidFill>
              <a:latin typeface="Times New Roman"/>
              <a:ea typeface="Times New Roman"/>
              <a:cs typeface="Times New Roman"/>
              <a:sym typeface="Times New Roman"/>
            </a:endParaRPr>
          </a:p>
          <a:p>
            <a:pPr marL="457200" lvl="0" indent="-341788" algn="l" rtl="0">
              <a:lnSpc>
                <a:spcPct val="115000"/>
              </a:lnSpc>
              <a:spcBef>
                <a:spcPts val="800"/>
              </a:spcBef>
              <a:spcAft>
                <a:spcPts val="0"/>
              </a:spcAft>
              <a:buClr>
                <a:srgbClr val="1F1F1F"/>
              </a:buClr>
              <a:buSzPct val="100000"/>
              <a:buFont typeface="Times New Roman"/>
              <a:buChar char="●"/>
            </a:pPr>
            <a:r>
              <a:rPr lang="en" sz="2300">
                <a:solidFill>
                  <a:schemeClr val="dk1"/>
                </a:solidFill>
                <a:latin typeface="Times New Roman"/>
                <a:ea typeface="Times New Roman"/>
                <a:cs typeface="Times New Roman"/>
                <a:sym typeface="Times New Roman"/>
              </a:rPr>
              <a:t>3 Convolution blocks.</a:t>
            </a:r>
            <a:endParaRPr sz="2300">
              <a:solidFill>
                <a:schemeClr val="dk1"/>
              </a:solidFill>
              <a:latin typeface="Times New Roman"/>
              <a:ea typeface="Times New Roman"/>
              <a:cs typeface="Times New Roman"/>
              <a:sym typeface="Times New Roman"/>
            </a:endParaRPr>
          </a:p>
          <a:p>
            <a:pPr marL="457200" lvl="0" indent="0" algn="l" rtl="0">
              <a:lnSpc>
                <a:spcPct val="115000"/>
              </a:lnSpc>
              <a:spcBef>
                <a:spcPts val="800"/>
              </a:spcBef>
              <a:spcAft>
                <a:spcPts val="0"/>
              </a:spcAft>
              <a:buNone/>
            </a:pPr>
            <a:r>
              <a:rPr lang="en" sz="2300">
                <a:solidFill>
                  <a:srgbClr val="1F1F1F"/>
                </a:solidFill>
                <a:highlight>
                  <a:schemeClr val="lt1"/>
                </a:highlight>
                <a:latin typeface="Times New Roman"/>
                <a:ea typeface="Times New Roman"/>
                <a:cs typeface="Times New Roman"/>
                <a:sym typeface="Times New Roman"/>
              </a:rPr>
              <a:t>(Conv + BatchNorm + ReLU + MaxPooling)</a:t>
            </a:r>
            <a:endParaRPr sz="2300">
              <a:solidFill>
                <a:schemeClr val="dk1"/>
              </a:solidFill>
              <a:latin typeface="Times New Roman"/>
              <a:ea typeface="Times New Roman"/>
              <a:cs typeface="Times New Roman"/>
              <a:sym typeface="Times New Roman"/>
            </a:endParaRPr>
          </a:p>
          <a:p>
            <a:pPr marL="457200" lvl="0" indent="-341788" algn="l" rtl="0">
              <a:lnSpc>
                <a:spcPct val="115000"/>
              </a:lnSpc>
              <a:spcBef>
                <a:spcPts val="600"/>
              </a:spcBef>
              <a:spcAft>
                <a:spcPts val="0"/>
              </a:spcAft>
              <a:buClr>
                <a:srgbClr val="1F1F1F"/>
              </a:buClr>
              <a:buSzPct val="100000"/>
              <a:buFont typeface="Times New Roman"/>
              <a:buChar char="●"/>
            </a:pPr>
            <a:r>
              <a:rPr lang="en" sz="2300">
                <a:solidFill>
                  <a:srgbClr val="1F1F1F"/>
                </a:solidFill>
                <a:highlight>
                  <a:srgbClr val="FFFFFF"/>
                </a:highlight>
                <a:latin typeface="Times New Roman"/>
                <a:ea typeface="Times New Roman"/>
                <a:cs typeface="Times New Roman"/>
                <a:sym typeface="Times New Roman"/>
              </a:rPr>
              <a:t>Global Average Pooling</a:t>
            </a:r>
            <a:endParaRPr sz="2300">
              <a:solidFill>
                <a:srgbClr val="1F1F1F"/>
              </a:solidFill>
              <a:highlight>
                <a:srgbClr val="FFFFFF"/>
              </a:highlight>
              <a:latin typeface="Times New Roman"/>
              <a:ea typeface="Times New Roman"/>
              <a:cs typeface="Times New Roman"/>
              <a:sym typeface="Times New Roman"/>
            </a:endParaRPr>
          </a:p>
          <a:p>
            <a:pPr marL="457200" lvl="0" indent="-341788" algn="l" rtl="0">
              <a:lnSpc>
                <a:spcPct val="115000"/>
              </a:lnSpc>
              <a:spcBef>
                <a:spcPts val="0"/>
              </a:spcBef>
              <a:spcAft>
                <a:spcPts val="0"/>
              </a:spcAft>
              <a:buClr>
                <a:srgbClr val="1F1F1F"/>
              </a:buClr>
              <a:buSzPct val="100000"/>
              <a:buFont typeface="Times New Roman"/>
              <a:buChar char="●"/>
            </a:pPr>
            <a:r>
              <a:rPr lang="en" sz="2300">
                <a:solidFill>
                  <a:srgbClr val="1F1F1F"/>
                </a:solidFill>
                <a:highlight>
                  <a:srgbClr val="FFFFFF"/>
                </a:highlight>
                <a:latin typeface="Times New Roman"/>
                <a:ea typeface="Times New Roman"/>
                <a:cs typeface="Times New Roman"/>
                <a:sym typeface="Times New Roman"/>
              </a:rPr>
              <a:t>Dense layer with Dropout</a:t>
            </a:r>
            <a:endParaRPr sz="2300">
              <a:solidFill>
                <a:srgbClr val="1F1F1F"/>
              </a:solidFill>
              <a:highlight>
                <a:srgbClr val="FFFFFF"/>
              </a:highlight>
              <a:latin typeface="Times New Roman"/>
              <a:ea typeface="Times New Roman"/>
              <a:cs typeface="Times New Roman"/>
              <a:sym typeface="Times New Roman"/>
            </a:endParaRPr>
          </a:p>
          <a:p>
            <a:pPr marL="457200" lvl="0" indent="-341788" algn="l" rtl="0">
              <a:lnSpc>
                <a:spcPct val="115000"/>
              </a:lnSpc>
              <a:spcBef>
                <a:spcPts val="0"/>
              </a:spcBef>
              <a:spcAft>
                <a:spcPts val="0"/>
              </a:spcAft>
              <a:buClr>
                <a:srgbClr val="1F1F1F"/>
              </a:buClr>
              <a:buSzPct val="100000"/>
              <a:buFont typeface="Times New Roman"/>
              <a:buChar char="●"/>
            </a:pPr>
            <a:r>
              <a:rPr lang="en" sz="2300">
                <a:solidFill>
                  <a:srgbClr val="1F1F1F"/>
                </a:solidFill>
                <a:highlight>
                  <a:srgbClr val="FFFFFF"/>
                </a:highlight>
                <a:latin typeface="Times New Roman"/>
                <a:ea typeface="Times New Roman"/>
                <a:cs typeface="Times New Roman"/>
                <a:sym typeface="Times New Roman"/>
              </a:rPr>
              <a:t>Softmax output layer</a:t>
            </a:r>
            <a:endParaRPr sz="2300">
              <a:solidFill>
                <a:srgbClr val="1F1F1F"/>
              </a:solidFill>
              <a:highlight>
                <a:srgbClr val="FFFFFF"/>
              </a:highlight>
              <a:latin typeface="Times New Roman"/>
              <a:ea typeface="Times New Roman"/>
              <a:cs typeface="Times New Roman"/>
              <a:sym typeface="Times New Roman"/>
            </a:endParaRPr>
          </a:p>
          <a:p>
            <a:pPr marL="12700" lvl="0" indent="0" algn="l" rtl="0">
              <a:lnSpc>
                <a:spcPct val="115000"/>
              </a:lnSpc>
              <a:spcBef>
                <a:spcPts val="700"/>
              </a:spcBef>
              <a:spcAft>
                <a:spcPts val="0"/>
              </a:spcAft>
              <a:buNone/>
            </a:pPr>
            <a:r>
              <a:rPr lang="en" sz="2300">
                <a:solidFill>
                  <a:srgbClr val="1F1F1F"/>
                </a:solidFill>
                <a:highlight>
                  <a:srgbClr val="FFFFFF"/>
                </a:highlight>
                <a:latin typeface="Times New Roman"/>
                <a:ea typeface="Times New Roman"/>
                <a:cs typeface="Times New Roman"/>
                <a:sym typeface="Times New Roman"/>
              </a:rPr>
              <a:t>Images were normalized by scaling pixel values to </a:t>
            </a:r>
            <a:endParaRPr sz="2300">
              <a:solidFill>
                <a:srgbClr val="1F1F1F"/>
              </a:solidFill>
              <a:highlight>
                <a:srgbClr val="FFFFFF"/>
              </a:highlight>
              <a:latin typeface="Times New Roman"/>
              <a:ea typeface="Times New Roman"/>
              <a:cs typeface="Times New Roman"/>
              <a:sym typeface="Times New Roman"/>
            </a:endParaRPr>
          </a:p>
          <a:p>
            <a:pPr marL="12700" lvl="0" indent="0" algn="l" rtl="0">
              <a:lnSpc>
                <a:spcPct val="115000"/>
              </a:lnSpc>
              <a:spcBef>
                <a:spcPts val="700"/>
              </a:spcBef>
              <a:spcAft>
                <a:spcPts val="0"/>
              </a:spcAft>
              <a:buNone/>
            </a:pPr>
            <a:r>
              <a:rPr lang="en" sz="2300">
                <a:solidFill>
                  <a:srgbClr val="1F1F1F"/>
                </a:solidFill>
                <a:highlight>
                  <a:srgbClr val="FFFFFF"/>
                </a:highlight>
                <a:latin typeface="Times New Roman"/>
                <a:ea typeface="Times New Roman"/>
                <a:cs typeface="Times New Roman"/>
                <a:sym typeface="Times New Roman"/>
              </a:rPr>
              <a:t>the range [0,1].</a:t>
            </a:r>
            <a:endParaRPr sz="2300">
              <a:solidFill>
                <a:srgbClr val="1F1F1F"/>
              </a:solidFill>
              <a:highlight>
                <a:srgbClr val="FFFFFF"/>
              </a:highlight>
              <a:latin typeface="Times New Roman"/>
              <a:ea typeface="Times New Roman"/>
              <a:cs typeface="Times New Roman"/>
              <a:sym typeface="Times New Roman"/>
            </a:endParaRPr>
          </a:p>
          <a:p>
            <a:pPr marL="12700" lvl="0" indent="0" algn="l" rtl="0">
              <a:lnSpc>
                <a:spcPct val="115000"/>
              </a:lnSpc>
              <a:spcBef>
                <a:spcPts val="700"/>
              </a:spcBef>
              <a:spcAft>
                <a:spcPts val="0"/>
              </a:spcAft>
              <a:buClr>
                <a:schemeClr val="dk1"/>
              </a:buClr>
              <a:buSzPct val="52380"/>
              <a:buFont typeface="Arial"/>
              <a:buNone/>
            </a:pPr>
            <a:r>
              <a:rPr lang="en" sz="2100">
                <a:solidFill>
                  <a:srgbClr val="1F1F1F"/>
                </a:solidFill>
                <a:highlight>
                  <a:srgbClr val="FFFFFF"/>
                </a:highlight>
                <a:latin typeface="Courier New"/>
                <a:ea typeface="Courier New"/>
                <a:cs typeface="Courier New"/>
                <a:sym typeface="Courier New"/>
              </a:rPr>
              <a:t>Baseline Test Accuracy: 0.4993</a:t>
            </a:r>
            <a:endParaRPr sz="2100">
              <a:solidFill>
                <a:srgbClr val="1F1F1F"/>
              </a:solidFill>
              <a:highlight>
                <a:srgbClr val="FFFFFF"/>
              </a:highlight>
              <a:latin typeface="Courier New"/>
              <a:ea typeface="Courier New"/>
              <a:cs typeface="Courier New"/>
              <a:sym typeface="Courier New"/>
            </a:endParaRPr>
          </a:p>
          <a:p>
            <a:pPr marL="12700" lvl="0" indent="0" algn="l" rtl="0">
              <a:lnSpc>
                <a:spcPct val="115000"/>
              </a:lnSpc>
              <a:spcBef>
                <a:spcPts val="700"/>
              </a:spcBef>
              <a:spcAft>
                <a:spcPts val="0"/>
              </a:spcAft>
              <a:buClr>
                <a:schemeClr val="dk1"/>
              </a:buClr>
              <a:buSzPct val="52380"/>
              <a:buFont typeface="Arial"/>
              <a:buNone/>
            </a:pPr>
            <a:r>
              <a:rPr lang="en" sz="2100">
                <a:solidFill>
                  <a:srgbClr val="1F1F1F"/>
                </a:solidFill>
                <a:highlight>
                  <a:srgbClr val="FFFFFF"/>
                </a:highlight>
                <a:latin typeface="Courier New"/>
                <a:ea typeface="Courier New"/>
                <a:cs typeface="Courier New"/>
                <a:sym typeface="Courier New"/>
              </a:rPr>
              <a:t>Baseline Test loss: 1.1752</a:t>
            </a:r>
            <a:endParaRPr sz="2100">
              <a:solidFill>
                <a:srgbClr val="1F1F1F"/>
              </a:solidFill>
              <a:highlight>
                <a:srgbClr val="FFFFFF"/>
              </a:highlight>
              <a:latin typeface="Courier New"/>
              <a:ea typeface="Courier New"/>
              <a:cs typeface="Courier New"/>
              <a:sym typeface="Courier New"/>
            </a:endParaRPr>
          </a:p>
          <a:p>
            <a:pPr marL="0" lvl="0" indent="0" algn="ctr" rtl="0">
              <a:spcBef>
                <a:spcPts val="0"/>
              </a:spcBef>
              <a:spcAft>
                <a:spcPts val="0"/>
              </a:spcAft>
              <a:buNone/>
            </a:pPr>
            <a:endParaRPr/>
          </a:p>
        </p:txBody>
      </p:sp>
      <p:pic>
        <p:nvPicPr>
          <p:cNvPr id="391" name="Google Shape;391;p56"/>
          <p:cNvPicPr preferRelativeResize="0"/>
          <p:nvPr/>
        </p:nvPicPr>
        <p:blipFill>
          <a:blip r:embed="rId3">
            <a:alphaModFix/>
          </a:blip>
          <a:stretch>
            <a:fillRect/>
          </a:stretch>
        </p:blipFill>
        <p:spPr>
          <a:xfrm>
            <a:off x="5503074" y="2086450"/>
            <a:ext cx="3209800" cy="24467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7"/>
          <p:cNvSpPr txBox="1">
            <a:spLocks noGrp="1"/>
          </p:cNvSpPr>
          <p:nvPr>
            <p:ph type="ctrTitle"/>
          </p:nvPr>
        </p:nvSpPr>
        <p:spPr>
          <a:xfrm>
            <a:off x="917375" y="144252"/>
            <a:ext cx="7310700" cy="615600"/>
          </a:xfrm>
          <a:prstGeom prst="rect">
            <a:avLst/>
          </a:prstGeom>
          <a:solidFill>
            <a:srgbClr val="6AA84F"/>
          </a:solidFill>
        </p:spPr>
        <p:txBody>
          <a:bodyPr spcFirstLastPara="1" wrap="square" lIns="91425" tIns="91425" rIns="91425" bIns="91425" anchor="b" anchorCtr="0">
            <a:noAutofit/>
          </a:bodyPr>
          <a:lstStyle/>
          <a:p>
            <a:pPr marL="0" lvl="0" indent="0" algn="ctr" rtl="0">
              <a:spcBef>
                <a:spcPts val="0"/>
              </a:spcBef>
              <a:spcAft>
                <a:spcPts val="0"/>
              </a:spcAft>
              <a:buNone/>
            </a:pPr>
            <a:r>
              <a:rPr lang="en" sz="3800">
                <a:solidFill>
                  <a:srgbClr val="000000"/>
                </a:solidFill>
                <a:latin typeface="Times New Roman"/>
                <a:ea typeface="Times New Roman"/>
                <a:cs typeface="Times New Roman"/>
                <a:sym typeface="Times New Roman"/>
              </a:rPr>
              <a:t>VGG16 Transfer Learning</a:t>
            </a:r>
            <a:endParaRPr sz="3800">
              <a:solidFill>
                <a:srgbClr val="000000"/>
              </a:solidFill>
              <a:latin typeface="Times New Roman"/>
              <a:ea typeface="Times New Roman"/>
              <a:cs typeface="Times New Roman"/>
              <a:sym typeface="Times New Roman"/>
            </a:endParaRPr>
          </a:p>
        </p:txBody>
      </p:sp>
      <p:sp>
        <p:nvSpPr>
          <p:cNvPr id="397" name="Google Shape;397;p57"/>
          <p:cNvSpPr txBox="1">
            <a:spLocks noGrp="1"/>
          </p:cNvSpPr>
          <p:nvPr>
            <p:ph type="subTitle" idx="1"/>
          </p:nvPr>
        </p:nvSpPr>
        <p:spPr>
          <a:xfrm>
            <a:off x="177825" y="910500"/>
            <a:ext cx="9144000" cy="4233000"/>
          </a:xfrm>
          <a:prstGeom prst="rect">
            <a:avLst/>
          </a:prstGeom>
        </p:spPr>
        <p:txBody>
          <a:bodyPr spcFirstLastPara="1" wrap="square" lIns="91425" tIns="91425" rIns="91425" bIns="91425" anchor="t" anchorCtr="0">
            <a:noAutofit/>
          </a:bodyPr>
          <a:lstStyle/>
          <a:p>
            <a:pPr marL="0" lvl="0" indent="0" algn="l" rtl="0">
              <a:lnSpc>
                <a:spcPct val="115000"/>
              </a:lnSpc>
              <a:spcBef>
                <a:spcPts val="800"/>
              </a:spcBef>
              <a:spcAft>
                <a:spcPts val="0"/>
              </a:spcAft>
              <a:buClr>
                <a:schemeClr val="dk1"/>
              </a:buClr>
              <a:buSzPts val="1100"/>
              <a:buFont typeface="Arial"/>
              <a:buNone/>
            </a:pPr>
            <a:r>
              <a:rPr lang="en" sz="1800">
                <a:solidFill>
                  <a:srgbClr val="1F1F1F"/>
                </a:solidFill>
                <a:highlight>
                  <a:srgbClr val="FFFFFF"/>
                </a:highlight>
                <a:latin typeface="Times New Roman"/>
                <a:ea typeface="Times New Roman"/>
                <a:cs typeface="Times New Roman"/>
                <a:sym typeface="Times New Roman"/>
              </a:rPr>
              <a:t>To improve performance, transfer learning was applied using the pretrained VGG16 model trained on ImageNet.</a:t>
            </a:r>
            <a:endParaRPr sz="1800">
              <a:solidFill>
                <a:schemeClr val="dk1"/>
              </a:solidFill>
              <a:latin typeface="Times New Roman"/>
              <a:ea typeface="Times New Roman"/>
              <a:cs typeface="Times New Roman"/>
              <a:sym typeface="Times New Roman"/>
            </a:endParaRPr>
          </a:p>
          <a:p>
            <a:pPr marL="0" lvl="0" indent="0" algn="l" rtl="0">
              <a:lnSpc>
                <a:spcPct val="115000"/>
              </a:lnSpc>
              <a:spcBef>
                <a:spcPts val="600"/>
              </a:spcBef>
              <a:spcAft>
                <a:spcPts val="0"/>
              </a:spcAft>
              <a:buNone/>
            </a:pPr>
            <a:r>
              <a:rPr lang="en" sz="1800">
                <a:solidFill>
                  <a:srgbClr val="1F1F1F"/>
                </a:solidFill>
                <a:highlight>
                  <a:srgbClr val="FFFFFF"/>
                </a:highlight>
                <a:latin typeface="Times New Roman"/>
                <a:ea typeface="Times New Roman"/>
                <a:cs typeface="Times New Roman"/>
                <a:sym typeface="Times New Roman"/>
              </a:rPr>
              <a:t>Two training phases were used:</a:t>
            </a:r>
            <a:endParaRPr sz="1800">
              <a:solidFill>
                <a:srgbClr val="1F1F1F"/>
              </a:solidFill>
              <a:highlight>
                <a:srgbClr val="FFFFFF"/>
              </a:highlight>
              <a:latin typeface="Times New Roman"/>
              <a:ea typeface="Times New Roman"/>
              <a:cs typeface="Times New Roman"/>
              <a:sym typeface="Times New Roman"/>
            </a:endParaRPr>
          </a:p>
          <a:p>
            <a:pPr marL="457200" lvl="0" indent="-330200" algn="l" rtl="0">
              <a:lnSpc>
                <a:spcPct val="115000"/>
              </a:lnSpc>
              <a:spcBef>
                <a:spcPts val="600"/>
              </a:spcBef>
              <a:spcAft>
                <a:spcPts val="0"/>
              </a:spcAft>
              <a:buClr>
                <a:srgbClr val="1F1F1F"/>
              </a:buClr>
              <a:buSzPts val="1600"/>
              <a:buFont typeface="Times New Roman"/>
              <a:buAutoNum type="arabicPeriod"/>
            </a:pPr>
            <a:r>
              <a:rPr lang="en" sz="1600">
                <a:solidFill>
                  <a:srgbClr val="1F1F1F"/>
                </a:solidFill>
                <a:highlight>
                  <a:srgbClr val="FFFFFF"/>
                </a:highlight>
                <a:latin typeface="Times New Roman"/>
                <a:ea typeface="Times New Roman"/>
                <a:cs typeface="Times New Roman"/>
                <a:sym typeface="Times New Roman"/>
              </a:rPr>
              <a:t>Feature Extraction:</a:t>
            </a:r>
            <a:endParaRPr sz="1600">
              <a:solidFill>
                <a:srgbClr val="1F1F1F"/>
              </a:solidFill>
              <a:highlight>
                <a:srgbClr val="FFFFFF"/>
              </a:highlight>
              <a:latin typeface="Times New Roman"/>
              <a:ea typeface="Times New Roman"/>
              <a:cs typeface="Times New Roman"/>
              <a:sym typeface="Times New Roman"/>
            </a:endParaRPr>
          </a:p>
          <a:p>
            <a:pPr marL="914400" lvl="1" indent="-330200" algn="l" rtl="0">
              <a:lnSpc>
                <a:spcPct val="115000"/>
              </a:lnSpc>
              <a:spcBef>
                <a:spcPts val="0"/>
              </a:spcBef>
              <a:spcAft>
                <a:spcPts val="0"/>
              </a:spcAft>
              <a:buClr>
                <a:srgbClr val="1F1F1F"/>
              </a:buClr>
              <a:buSzPts val="1600"/>
              <a:buFont typeface="Times New Roman"/>
              <a:buChar char="○"/>
            </a:pPr>
            <a:r>
              <a:rPr lang="en" sz="1600">
                <a:solidFill>
                  <a:srgbClr val="1F1F1F"/>
                </a:solidFill>
                <a:highlight>
                  <a:srgbClr val="FFFFFF"/>
                </a:highlight>
                <a:latin typeface="Times New Roman"/>
                <a:ea typeface="Times New Roman"/>
                <a:cs typeface="Times New Roman"/>
                <a:sym typeface="Times New Roman"/>
              </a:rPr>
              <a:t>The convolutional base was frozen.</a:t>
            </a:r>
            <a:endParaRPr sz="1600">
              <a:solidFill>
                <a:srgbClr val="1F1F1F"/>
              </a:solidFill>
              <a:highlight>
                <a:srgbClr val="FFFFFF"/>
              </a:highlight>
              <a:latin typeface="Times New Roman"/>
              <a:ea typeface="Times New Roman"/>
              <a:cs typeface="Times New Roman"/>
              <a:sym typeface="Times New Roman"/>
            </a:endParaRPr>
          </a:p>
          <a:p>
            <a:pPr marL="914400" lvl="1" indent="-330200" algn="l" rtl="0">
              <a:lnSpc>
                <a:spcPct val="115000"/>
              </a:lnSpc>
              <a:spcBef>
                <a:spcPts val="0"/>
              </a:spcBef>
              <a:spcAft>
                <a:spcPts val="0"/>
              </a:spcAft>
              <a:buClr>
                <a:srgbClr val="1F1F1F"/>
              </a:buClr>
              <a:buSzPts val="1600"/>
              <a:buFont typeface="Times New Roman"/>
              <a:buChar char="○"/>
            </a:pPr>
            <a:r>
              <a:rPr lang="en" sz="1600">
                <a:solidFill>
                  <a:srgbClr val="1F1F1F"/>
                </a:solidFill>
                <a:highlight>
                  <a:srgbClr val="FFFFFF"/>
                </a:highlight>
                <a:latin typeface="Times New Roman"/>
                <a:ea typeface="Times New Roman"/>
                <a:cs typeface="Times New Roman"/>
                <a:sym typeface="Times New Roman"/>
              </a:rPr>
              <a:t>Only the custom classification head was trained.</a:t>
            </a:r>
            <a:endParaRPr sz="1600">
              <a:solidFill>
                <a:srgbClr val="1F1F1F"/>
              </a:solidFill>
              <a:highlight>
                <a:srgbClr val="FFFFFF"/>
              </a:highlight>
              <a:latin typeface="Times New Roman"/>
              <a:ea typeface="Times New Roman"/>
              <a:cs typeface="Times New Roman"/>
              <a:sym typeface="Times New Roman"/>
            </a:endParaRPr>
          </a:p>
          <a:p>
            <a:pPr marL="457200" lvl="0" indent="-330200" algn="l" rtl="0">
              <a:lnSpc>
                <a:spcPct val="115000"/>
              </a:lnSpc>
              <a:spcBef>
                <a:spcPts val="0"/>
              </a:spcBef>
              <a:spcAft>
                <a:spcPts val="0"/>
              </a:spcAft>
              <a:buClr>
                <a:srgbClr val="1F1F1F"/>
              </a:buClr>
              <a:buSzPts val="1600"/>
              <a:buFont typeface="Times New Roman"/>
              <a:buAutoNum type="arabicPeriod"/>
            </a:pPr>
            <a:r>
              <a:rPr lang="en" sz="1600">
                <a:solidFill>
                  <a:srgbClr val="1F1F1F"/>
                </a:solidFill>
                <a:highlight>
                  <a:srgbClr val="FFFFFF"/>
                </a:highlight>
                <a:latin typeface="Times New Roman"/>
                <a:ea typeface="Times New Roman"/>
                <a:cs typeface="Times New Roman"/>
                <a:sym typeface="Times New Roman"/>
              </a:rPr>
              <a:t>Fine-Tuning:</a:t>
            </a:r>
            <a:endParaRPr sz="1600">
              <a:solidFill>
                <a:srgbClr val="1F1F1F"/>
              </a:solidFill>
              <a:highlight>
                <a:srgbClr val="FFFFFF"/>
              </a:highlight>
              <a:latin typeface="Times New Roman"/>
              <a:ea typeface="Times New Roman"/>
              <a:cs typeface="Times New Roman"/>
              <a:sym typeface="Times New Roman"/>
            </a:endParaRPr>
          </a:p>
          <a:p>
            <a:pPr marL="914400" lvl="1" indent="-330200" algn="l" rtl="0">
              <a:lnSpc>
                <a:spcPct val="115000"/>
              </a:lnSpc>
              <a:spcBef>
                <a:spcPts val="0"/>
              </a:spcBef>
              <a:spcAft>
                <a:spcPts val="0"/>
              </a:spcAft>
              <a:buClr>
                <a:srgbClr val="1F1F1F"/>
              </a:buClr>
              <a:buSzPts val="1600"/>
              <a:buFont typeface="Times New Roman"/>
              <a:buChar char="○"/>
            </a:pPr>
            <a:r>
              <a:rPr lang="en" sz="1600">
                <a:solidFill>
                  <a:srgbClr val="1F1F1F"/>
                </a:solidFill>
                <a:highlight>
                  <a:srgbClr val="FFFFFF"/>
                </a:highlight>
                <a:latin typeface="Times New Roman"/>
                <a:ea typeface="Times New Roman"/>
                <a:cs typeface="Times New Roman"/>
                <a:sym typeface="Times New Roman"/>
              </a:rPr>
              <a:t>The deeper convolutional layers were unfrozen.</a:t>
            </a:r>
            <a:endParaRPr sz="1600">
              <a:solidFill>
                <a:srgbClr val="1F1F1F"/>
              </a:solidFill>
              <a:highlight>
                <a:srgbClr val="FFFFFF"/>
              </a:highlight>
              <a:latin typeface="Times New Roman"/>
              <a:ea typeface="Times New Roman"/>
              <a:cs typeface="Times New Roman"/>
              <a:sym typeface="Times New Roman"/>
            </a:endParaRPr>
          </a:p>
          <a:p>
            <a:pPr marL="914400" lvl="1" indent="-330200" algn="l" rtl="0">
              <a:lnSpc>
                <a:spcPct val="115000"/>
              </a:lnSpc>
              <a:spcBef>
                <a:spcPts val="0"/>
              </a:spcBef>
              <a:spcAft>
                <a:spcPts val="0"/>
              </a:spcAft>
              <a:buClr>
                <a:srgbClr val="1F1F1F"/>
              </a:buClr>
              <a:buSzPts val="1600"/>
              <a:buFont typeface="Times New Roman"/>
              <a:buChar char="○"/>
            </a:pPr>
            <a:r>
              <a:rPr lang="en" sz="1600">
                <a:solidFill>
                  <a:srgbClr val="1F1F1F"/>
                </a:solidFill>
                <a:highlight>
                  <a:srgbClr val="FFFFFF"/>
                </a:highlight>
                <a:latin typeface="Times New Roman"/>
                <a:ea typeface="Times New Roman"/>
                <a:cs typeface="Times New Roman"/>
                <a:sym typeface="Times New Roman"/>
              </a:rPr>
              <a:t>A smaller learning rate was used.</a:t>
            </a:r>
            <a:endParaRPr sz="1600">
              <a:solidFill>
                <a:srgbClr val="1F1F1F"/>
              </a:solidFill>
              <a:highlight>
                <a:srgbClr val="FFFFFF"/>
              </a:highlight>
              <a:latin typeface="Times New Roman"/>
              <a:ea typeface="Times New Roman"/>
              <a:cs typeface="Times New Roman"/>
              <a:sym typeface="Times New Roman"/>
            </a:endParaRPr>
          </a:p>
          <a:p>
            <a:pPr marL="457200" lvl="0" indent="0" algn="l" rtl="0">
              <a:lnSpc>
                <a:spcPct val="100000"/>
              </a:lnSpc>
              <a:spcBef>
                <a:spcPts val="1200"/>
              </a:spcBef>
              <a:spcAft>
                <a:spcPts val="0"/>
              </a:spcAft>
              <a:buNone/>
            </a:pPr>
            <a:r>
              <a:rPr lang="en" sz="1400">
                <a:solidFill>
                  <a:srgbClr val="1F1F1F"/>
                </a:solidFill>
                <a:highlight>
                  <a:srgbClr val="FFFFFF"/>
                </a:highlight>
                <a:latin typeface="Courier New"/>
                <a:ea typeface="Courier New"/>
                <a:cs typeface="Courier New"/>
                <a:sym typeface="Courier New"/>
              </a:rPr>
              <a:t>VGG16 Test Accuracy: 0.9335 and </a:t>
            </a:r>
            <a:r>
              <a:rPr lang="en" sz="1400">
                <a:solidFill>
                  <a:srgbClr val="1F1F1F"/>
                </a:solidFill>
                <a:highlight>
                  <a:schemeClr val="lt1"/>
                </a:highlight>
                <a:latin typeface="Courier New"/>
                <a:ea typeface="Courier New"/>
                <a:cs typeface="Courier New"/>
                <a:sym typeface="Courier New"/>
              </a:rPr>
              <a:t>VGG16 Test Loss: </a:t>
            </a:r>
            <a:r>
              <a:rPr lang="en" sz="1400">
                <a:solidFill>
                  <a:srgbClr val="1F1F1F"/>
                </a:solidFill>
                <a:highlight>
                  <a:srgbClr val="FFFFFF"/>
                </a:highlight>
                <a:latin typeface="Courier New"/>
                <a:ea typeface="Courier New"/>
                <a:cs typeface="Courier New"/>
                <a:sym typeface="Courier New"/>
              </a:rPr>
              <a:t>0.2753</a:t>
            </a:r>
            <a:endParaRPr sz="1400">
              <a:solidFill>
                <a:srgbClr val="1F1F1F"/>
              </a:solidFill>
              <a:highlight>
                <a:srgbClr val="FFFFFF"/>
              </a:highlight>
              <a:latin typeface="Courier New"/>
              <a:ea typeface="Courier New"/>
              <a:cs typeface="Courier New"/>
              <a:sym typeface="Courier New"/>
            </a:endParaRPr>
          </a:p>
          <a:p>
            <a:pPr marL="457200" lvl="0" indent="0" algn="l" rtl="0">
              <a:lnSpc>
                <a:spcPct val="100000"/>
              </a:lnSpc>
              <a:spcBef>
                <a:spcPts val="0"/>
              </a:spcBef>
              <a:spcAft>
                <a:spcPts val="0"/>
              </a:spcAft>
              <a:buNone/>
            </a:pPr>
            <a:r>
              <a:rPr lang="en" sz="1400">
                <a:solidFill>
                  <a:srgbClr val="1F1F1F"/>
                </a:solidFill>
                <a:highlight>
                  <a:srgbClr val="FFFFFF"/>
                </a:highlight>
                <a:latin typeface="Courier New"/>
                <a:ea typeface="Courier New"/>
                <a:cs typeface="Courier New"/>
                <a:sym typeface="Courier New"/>
              </a:rPr>
              <a:t>VGG16 Fine-tuned Test Accuracy: 0.9926</a:t>
            </a:r>
            <a:endParaRPr sz="1400">
              <a:solidFill>
                <a:srgbClr val="1F1F1F"/>
              </a:solidFill>
              <a:highlight>
                <a:srgbClr val="FFFFFF"/>
              </a:highlight>
              <a:latin typeface="Courier New"/>
              <a:ea typeface="Courier New"/>
              <a:cs typeface="Courier New"/>
              <a:sym typeface="Courier New"/>
            </a:endParaRPr>
          </a:p>
          <a:p>
            <a:pPr marL="457200" lvl="0" indent="0" algn="l" rtl="0">
              <a:lnSpc>
                <a:spcPct val="100000"/>
              </a:lnSpc>
              <a:spcBef>
                <a:spcPts val="0"/>
              </a:spcBef>
              <a:spcAft>
                <a:spcPts val="0"/>
              </a:spcAft>
              <a:buNone/>
            </a:pPr>
            <a:r>
              <a:rPr lang="en" sz="1400">
                <a:solidFill>
                  <a:srgbClr val="1F1F1F"/>
                </a:solidFill>
                <a:highlight>
                  <a:srgbClr val="FFFFFF"/>
                </a:highlight>
                <a:latin typeface="Courier New"/>
                <a:ea typeface="Courier New"/>
                <a:cs typeface="Courier New"/>
                <a:sym typeface="Courier New"/>
              </a:rPr>
              <a:t>VGG16 Fine-tuned Test Loss: 0.0350</a:t>
            </a:r>
            <a:endParaRPr sz="1400">
              <a:solidFill>
                <a:srgbClr val="1F1F1F"/>
              </a:solidFill>
              <a:highlight>
                <a:srgbClr val="FFFFFF"/>
              </a:highlight>
            </a:endParaRPr>
          </a:p>
          <a:p>
            <a:pPr marL="0" lvl="0" indent="0" algn="ctr" rtl="0">
              <a:spcBef>
                <a:spcPts val="0"/>
              </a:spcBef>
              <a:spcAft>
                <a:spcPts val="0"/>
              </a:spcAft>
              <a:buNone/>
            </a:pPr>
            <a:endParaRPr/>
          </a:p>
        </p:txBody>
      </p:sp>
      <p:pic>
        <p:nvPicPr>
          <p:cNvPr id="398" name="Google Shape;398;p57"/>
          <p:cNvPicPr preferRelativeResize="0"/>
          <p:nvPr/>
        </p:nvPicPr>
        <p:blipFill>
          <a:blip r:embed="rId3">
            <a:alphaModFix/>
          </a:blip>
          <a:stretch>
            <a:fillRect/>
          </a:stretch>
        </p:blipFill>
        <p:spPr>
          <a:xfrm>
            <a:off x="5766749" y="1473393"/>
            <a:ext cx="3319929" cy="237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8"/>
          <p:cNvSpPr txBox="1">
            <a:spLocks noGrp="1"/>
          </p:cNvSpPr>
          <p:nvPr>
            <p:ph type="ctrTitle"/>
          </p:nvPr>
        </p:nvSpPr>
        <p:spPr>
          <a:xfrm>
            <a:off x="917375" y="417850"/>
            <a:ext cx="7336800" cy="629100"/>
          </a:xfrm>
          <a:prstGeom prst="rect">
            <a:avLst/>
          </a:prstGeom>
          <a:solidFill>
            <a:srgbClr val="6AA84F"/>
          </a:solidFill>
        </p:spPr>
        <p:txBody>
          <a:bodyPr spcFirstLastPara="1" wrap="square" lIns="91425" tIns="91425" rIns="91425" bIns="91425" anchor="b" anchorCtr="0">
            <a:noAutofit/>
          </a:bodyPr>
          <a:lstStyle/>
          <a:p>
            <a:pPr marL="0" lvl="0" indent="0" algn="ctr" rtl="0">
              <a:spcBef>
                <a:spcPts val="0"/>
              </a:spcBef>
              <a:spcAft>
                <a:spcPts val="0"/>
              </a:spcAft>
              <a:buNone/>
            </a:pPr>
            <a:r>
              <a:rPr lang="en" sz="3800">
                <a:solidFill>
                  <a:srgbClr val="000000"/>
                </a:solidFill>
                <a:latin typeface="Times New Roman"/>
                <a:ea typeface="Times New Roman"/>
                <a:cs typeface="Times New Roman"/>
                <a:sym typeface="Times New Roman"/>
              </a:rPr>
              <a:t>MobileNetV2 Transfer Learning</a:t>
            </a:r>
            <a:endParaRPr sz="3800">
              <a:solidFill>
                <a:srgbClr val="000000"/>
              </a:solidFill>
              <a:latin typeface="Times New Roman"/>
              <a:ea typeface="Times New Roman"/>
              <a:cs typeface="Times New Roman"/>
              <a:sym typeface="Times New Roman"/>
            </a:endParaRPr>
          </a:p>
        </p:txBody>
      </p:sp>
      <p:sp>
        <p:nvSpPr>
          <p:cNvPr id="404" name="Google Shape;404;p58"/>
          <p:cNvSpPr txBox="1">
            <a:spLocks noGrp="1"/>
          </p:cNvSpPr>
          <p:nvPr>
            <p:ph type="subTitle" idx="1"/>
          </p:nvPr>
        </p:nvSpPr>
        <p:spPr>
          <a:xfrm>
            <a:off x="410375" y="1302000"/>
            <a:ext cx="8520600" cy="3643800"/>
          </a:xfrm>
          <a:prstGeom prst="rect">
            <a:avLst/>
          </a:prstGeom>
        </p:spPr>
        <p:txBody>
          <a:bodyPr spcFirstLastPara="1" wrap="square" lIns="91425" tIns="91425" rIns="91425" bIns="91425" anchor="t" anchorCtr="0">
            <a:normAutofit fontScale="62500" lnSpcReduction="20000"/>
          </a:bodyPr>
          <a:lstStyle/>
          <a:p>
            <a:pPr marL="0" lvl="0" indent="0" algn="l" rtl="0">
              <a:lnSpc>
                <a:spcPct val="100000"/>
              </a:lnSpc>
              <a:spcBef>
                <a:spcPts val="0"/>
              </a:spcBef>
              <a:spcAft>
                <a:spcPts val="0"/>
              </a:spcAft>
              <a:buNone/>
            </a:pPr>
            <a:r>
              <a:rPr lang="en" sz="2886">
                <a:solidFill>
                  <a:srgbClr val="1F1F1F"/>
                </a:solidFill>
                <a:highlight>
                  <a:srgbClr val="FFFFFF"/>
                </a:highlight>
                <a:latin typeface="Times New Roman"/>
                <a:ea typeface="Times New Roman"/>
                <a:cs typeface="Times New Roman"/>
                <a:sym typeface="Times New Roman"/>
              </a:rPr>
              <a:t>MobileNetV2, a lightweight architecture optimized for efficiency, was also evaluated using transfer learning.</a:t>
            </a:r>
            <a:endParaRPr sz="2886">
              <a:solidFill>
                <a:srgbClr val="1F1F1F"/>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3250">
              <a:solidFill>
                <a:srgbClr val="1F1F1F"/>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sz="2930">
                <a:solidFill>
                  <a:srgbClr val="1F1F1F"/>
                </a:solidFill>
                <a:highlight>
                  <a:srgbClr val="FFFFFF"/>
                </a:highlight>
                <a:latin typeface="Times New Roman"/>
                <a:ea typeface="Times New Roman"/>
                <a:cs typeface="Times New Roman"/>
                <a:sym typeface="Times New Roman"/>
              </a:rPr>
              <a:t>Similar to VGG16, the model was trained in two stages:</a:t>
            </a:r>
            <a:endParaRPr sz="2930">
              <a:solidFill>
                <a:srgbClr val="1F1F1F"/>
              </a:solidFill>
              <a:highlight>
                <a:srgbClr val="FFFFFF"/>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3250">
              <a:solidFill>
                <a:srgbClr val="1F1F1F"/>
              </a:solidFill>
              <a:highlight>
                <a:srgbClr val="FFFFFF"/>
              </a:highlight>
              <a:latin typeface="Times New Roman"/>
              <a:ea typeface="Times New Roman"/>
              <a:cs typeface="Times New Roman"/>
              <a:sym typeface="Times New Roman"/>
            </a:endParaRPr>
          </a:p>
          <a:p>
            <a:pPr marL="457200" lvl="0" indent="-340205" algn="l" rtl="0">
              <a:lnSpc>
                <a:spcPct val="100000"/>
              </a:lnSpc>
              <a:spcBef>
                <a:spcPts val="0"/>
              </a:spcBef>
              <a:spcAft>
                <a:spcPts val="0"/>
              </a:spcAft>
              <a:buClr>
                <a:srgbClr val="1F1F1F"/>
              </a:buClr>
              <a:buSzPct val="100000"/>
              <a:buFont typeface="Times New Roman"/>
              <a:buChar char="●"/>
            </a:pPr>
            <a:r>
              <a:rPr lang="en" sz="2812">
                <a:solidFill>
                  <a:srgbClr val="1F1F1F"/>
                </a:solidFill>
                <a:highlight>
                  <a:srgbClr val="FFFFFF"/>
                </a:highlight>
                <a:latin typeface="Times New Roman"/>
                <a:ea typeface="Times New Roman"/>
                <a:cs typeface="Times New Roman"/>
                <a:sym typeface="Times New Roman"/>
              </a:rPr>
              <a:t>Frozen feature extraction</a:t>
            </a:r>
            <a:endParaRPr sz="2812">
              <a:solidFill>
                <a:srgbClr val="1F1F1F"/>
              </a:solidFill>
              <a:highlight>
                <a:srgbClr val="FFFFFF"/>
              </a:highlight>
              <a:latin typeface="Times New Roman"/>
              <a:ea typeface="Times New Roman"/>
              <a:cs typeface="Times New Roman"/>
              <a:sym typeface="Times New Roman"/>
            </a:endParaRPr>
          </a:p>
          <a:p>
            <a:pPr marL="457200" lvl="0" indent="-340205" algn="l" rtl="0">
              <a:lnSpc>
                <a:spcPct val="100000"/>
              </a:lnSpc>
              <a:spcBef>
                <a:spcPts val="600"/>
              </a:spcBef>
              <a:spcAft>
                <a:spcPts val="0"/>
              </a:spcAft>
              <a:buClr>
                <a:srgbClr val="1F1F1F"/>
              </a:buClr>
              <a:buSzPct val="100000"/>
              <a:buFont typeface="Times New Roman"/>
              <a:buChar char="●"/>
            </a:pPr>
            <a:r>
              <a:rPr lang="en" sz="2812">
                <a:solidFill>
                  <a:srgbClr val="1F1F1F"/>
                </a:solidFill>
                <a:highlight>
                  <a:srgbClr val="FFFFFF"/>
                </a:highlight>
                <a:latin typeface="Times New Roman"/>
                <a:ea typeface="Times New Roman"/>
                <a:cs typeface="Times New Roman"/>
                <a:sym typeface="Times New Roman"/>
              </a:rPr>
              <a:t>Fine-tuning with a lower learning rate</a:t>
            </a:r>
            <a:endParaRPr sz="2812">
              <a:solidFill>
                <a:srgbClr val="1F1F1F"/>
              </a:solidFill>
              <a:highlight>
                <a:srgbClr val="FFFFFF"/>
              </a:highlight>
              <a:latin typeface="Times New Roman"/>
              <a:ea typeface="Times New Roman"/>
              <a:cs typeface="Times New Roman"/>
              <a:sym typeface="Times New Roman"/>
            </a:endParaRPr>
          </a:p>
          <a:p>
            <a:pPr marL="457200" lvl="0" indent="0" algn="l" rtl="0">
              <a:lnSpc>
                <a:spcPct val="115000"/>
              </a:lnSpc>
              <a:spcBef>
                <a:spcPts val="600"/>
              </a:spcBef>
              <a:spcAft>
                <a:spcPts val="0"/>
              </a:spcAft>
              <a:buNone/>
            </a:pPr>
            <a:endParaRPr sz="1800">
              <a:solidFill>
                <a:srgbClr val="1F1F1F"/>
              </a:solidFill>
              <a:highlight>
                <a:srgbClr val="FFFFFF"/>
              </a:highlight>
              <a:latin typeface="Times New Roman"/>
              <a:ea typeface="Times New Roman"/>
              <a:cs typeface="Times New Roman"/>
              <a:sym typeface="Times New Roman"/>
            </a:endParaRPr>
          </a:p>
          <a:p>
            <a:pPr marL="12700" lvl="0" indent="0" algn="l" rtl="0">
              <a:lnSpc>
                <a:spcPct val="115000"/>
              </a:lnSpc>
              <a:spcBef>
                <a:spcPts val="700"/>
              </a:spcBef>
              <a:spcAft>
                <a:spcPts val="0"/>
              </a:spcAft>
              <a:buNone/>
            </a:pPr>
            <a:r>
              <a:rPr lang="en" sz="1911">
                <a:solidFill>
                  <a:srgbClr val="1F1F1F"/>
                </a:solidFill>
                <a:highlight>
                  <a:srgbClr val="FFFFFF"/>
                </a:highlight>
                <a:latin typeface="Courier New"/>
                <a:ea typeface="Courier New"/>
                <a:cs typeface="Courier New"/>
                <a:sym typeface="Courier New"/>
              </a:rPr>
              <a:t>MobileNetV2 Test Accuracy: 0.8880</a:t>
            </a:r>
            <a:endParaRPr sz="1911">
              <a:solidFill>
                <a:srgbClr val="1F1F1F"/>
              </a:solidFill>
              <a:highlight>
                <a:srgbClr val="FFFFFF"/>
              </a:highlight>
              <a:latin typeface="Courier New"/>
              <a:ea typeface="Courier New"/>
              <a:cs typeface="Courier New"/>
              <a:sym typeface="Courier New"/>
            </a:endParaRPr>
          </a:p>
          <a:p>
            <a:pPr marL="12700" lvl="0" indent="0" algn="l" rtl="0">
              <a:lnSpc>
                <a:spcPct val="115000"/>
              </a:lnSpc>
              <a:spcBef>
                <a:spcPts val="700"/>
              </a:spcBef>
              <a:spcAft>
                <a:spcPts val="0"/>
              </a:spcAft>
              <a:buClr>
                <a:schemeClr val="dk1"/>
              </a:buClr>
              <a:buSzPct val="57548"/>
              <a:buFont typeface="Arial"/>
              <a:buNone/>
            </a:pPr>
            <a:r>
              <a:rPr lang="en" sz="1911">
                <a:solidFill>
                  <a:srgbClr val="1F1F1F"/>
                </a:solidFill>
                <a:highlight>
                  <a:schemeClr val="lt1"/>
                </a:highlight>
                <a:latin typeface="Courier New"/>
                <a:ea typeface="Courier New"/>
                <a:cs typeface="Courier New"/>
                <a:sym typeface="Courier New"/>
              </a:rPr>
              <a:t>MobileNetV2 Fine-tuned Test Loss: </a:t>
            </a:r>
            <a:r>
              <a:rPr lang="en" sz="1911">
                <a:solidFill>
                  <a:srgbClr val="1F1F1F"/>
                </a:solidFill>
                <a:highlight>
                  <a:srgbClr val="FFFFFF"/>
                </a:highlight>
                <a:latin typeface="Courier New"/>
                <a:ea typeface="Courier New"/>
                <a:cs typeface="Courier New"/>
                <a:sym typeface="Courier New"/>
              </a:rPr>
              <a:t>0.2993</a:t>
            </a:r>
            <a:endParaRPr sz="1911">
              <a:solidFill>
                <a:srgbClr val="1F1F1F"/>
              </a:solidFill>
              <a:highlight>
                <a:srgbClr val="FFFFFF"/>
              </a:highlight>
              <a:latin typeface="Courier New"/>
              <a:ea typeface="Courier New"/>
              <a:cs typeface="Courier New"/>
              <a:sym typeface="Courier New"/>
            </a:endParaRPr>
          </a:p>
          <a:p>
            <a:pPr marL="12700" lvl="0" indent="0" algn="l" rtl="0">
              <a:lnSpc>
                <a:spcPct val="115000"/>
              </a:lnSpc>
              <a:spcBef>
                <a:spcPts val="700"/>
              </a:spcBef>
              <a:spcAft>
                <a:spcPts val="0"/>
              </a:spcAft>
              <a:buNone/>
            </a:pPr>
            <a:r>
              <a:rPr lang="en" sz="1911">
                <a:solidFill>
                  <a:srgbClr val="1F1F1F"/>
                </a:solidFill>
                <a:highlight>
                  <a:srgbClr val="FFFFFF"/>
                </a:highlight>
                <a:latin typeface="Courier New"/>
                <a:ea typeface="Courier New"/>
                <a:cs typeface="Courier New"/>
                <a:sym typeface="Courier New"/>
              </a:rPr>
              <a:t>MobileNetV2 Fine-tuned Test Accuracy: 0.9833</a:t>
            </a:r>
            <a:endParaRPr sz="1911">
              <a:solidFill>
                <a:srgbClr val="1F1F1F"/>
              </a:solidFill>
              <a:highlight>
                <a:srgbClr val="FFFFFF"/>
              </a:highlight>
              <a:latin typeface="Courier New"/>
              <a:ea typeface="Courier New"/>
              <a:cs typeface="Courier New"/>
              <a:sym typeface="Courier New"/>
            </a:endParaRPr>
          </a:p>
          <a:p>
            <a:pPr marL="12700" lvl="0" indent="0" algn="l" rtl="0">
              <a:lnSpc>
                <a:spcPct val="115000"/>
              </a:lnSpc>
              <a:spcBef>
                <a:spcPts val="700"/>
              </a:spcBef>
              <a:spcAft>
                <a:spcPts val="0"/>
              </a:spcAft>
              <a:buClr>
                <a:schemeClr val="dk1"/>
              </a:buClr>
              <a:buSzPct val="57548"/>
              <a:buFont typeface="Arial"/>
              <a:buNone/>
            </a:pPr>
            <a:r>
              <a:rPr lang="en" sz="1911">
                <a:solidFill>
                  <a:srgbClr val="1F1F1F"/>
                </a:solidFill>
                <a:highlight>
                  <a:schemeClr val="lt1"/>
                </a:highlight>
                <a:latin typeface="Courier New"/>
                <a:ea typeface="Courier New"/>
                <a:cs typeface="Courier New"/>
                <a:sym typeface="Courier New"/>
              </a:rPr>
              <a:t>MobileNetV2 Fine-tuned Test Loss: </a:t>
            </a:r>
            <a:r>
              <a:rPr lang="en" sz="1911">
                <a:solidFill>
                  <a:srgbClr val="1F1F1F"/>
                </a:solidFill>
                <a:highlight>
                  <a:srgbClr val="FFFFFF"/>
                </a:highlight>
                <a:latin typeface="Courier New"/>
                <a:ea typeface="Courier New"/>
                <a:cs typeface="Courier New"/>
                <a:sym typeface="Courier New"/>
              </a:rPr>
              <a:t>0.0669</a:t>
            </a:r>
            <a:endParaRPr sz="1911">
              <a:solidFill>
                <a:srgbClr val="1F1F1F"/>
              </a:solidFill>
              <a:highlight>
                <a:schemeClr val="lt1"/>
              </a:highlight>
              <a:latin typeface="Courier New"/>
              <a:ea typeface="Courier New"/>
              <a:cs typeface="Courier New"/>
              <a:sym typeface="Courier New"/>
            </a:endParaRPr>
          </a:p>
          <a:p>
            <a:pPr marL="0" lvl="0" indent="0" algn="l" rtl="0">
              <a:spcBef>
                <a:spcPts val="0"/>
              </a:spcBef>
              <a:spcAft>
                <a:spcPts val="0"/>
              </a:spcAft>
              <a:buNone/>
            </a:pPr>
            <a:endParaRPr/>
          </a:p>
        </p:txBody>
      </p:sp>
      <p:pic>
        <p:nvPicPr>
          <p:cNvPr id="405" name="Google Shape;405;p58"/>
          <p:cNvPicPr preferRelativeResize="0"/>
          <p:nvPr/>
        </p:nvPicPr>
        <p:blipFill>
          <a:blip r:embed="rId3">
            <a:alphaModFix/>
          </a:blip>
          <a:stretch>
            <a:fillRect/>
          </a:stretch>
        </p:blipFill>
        <p:spPr>
          <a:xfrm>
            <a:off x="5654950" y="2283200"/>
            <a:ext cx="2933275" cy="2197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9"/>
          <p:cNvSpPr txBox="1">
            <a:spLocks noGrp="1"/>
          </p:cNvSpPr>
          <p:nvPr>
            <p:ph type="ctrTitle"/>
          </p:nvPr>
        </p:nvSpPr>
        <p:spPr>
          <a:xfrm>
            <a:off x="904325" y="372650"/>
            <a:ext cx="7323600" cy="717900"/>
          </a:xfrm>
          <a:prstGeom prst="rect">
            <a:avLst/>
          </a:prstGeom>
          <a:solidFill>
            <a:srgbClr val="6AA84F"/>
          </a:solidFill>
        </p:spPr>
        <p:txBody>
          <a:bodyPr spcFirstLastPara="1" wrap="square" lIns="91425" tIns="91425" rIns="91425" bIns="91425" anchor="b" anchorCtr="0">
            <a:noAutofit/>
          </a:bodyPr>
          <a:lstStyle/>
          <a:p>
            <a:pPr marL="0" lvl="0" indent="0" algn="ctr" rtl="0">
              <a:spcBef>
                <a:spcPts val="0"/>
              </a:spcBef>
              <a:spcAft>
                <a:spcPts val="0"/>
              </a:spcAft>
              <a:buNone/>
            </a:pPr>
            <a:r>
              <a:rPr lang="en" sz="3800">
                <a:latin typeface="Times New Roman"/>
                <a:ea typeface="Times New Roman"/>
                <a:cs typeface="Times New Roman"/>
                <a:sym typeface="Times New Roman"/>
              </a:rPr>
              <a:t>AlexNet</a:t>
            </a:r>
            <a:endParaRPr sz="3800">
              <a:latin typeface="Times New Roman"/>
              <a:ea typeface="Times New Roman"/>
              <a:cs typeface="Times New Roman"/>
              <a:sym typeface="Times New Roman"/>
            </a:endParaRPr>
          </a:p>
        </p:txBody>
      </p:sp>
      <p:sp>
        <p:nvSpPr>
          <p:cNvPr id="411" name="Google Shape;411;p59"/>
          <p:cNvSpPr txBox="1">
            <a:spLocks noGrp="1"/>
          </p:cNvSpPr>
          <p:nvPr>
            <p:ph type="subTitle" idx="1"/>
          </p:nvPr>
        </p:nvSpPr>
        <p:spPr>
          <a:xfrm>
            <a:off x="642600" y="1474125"/>
            <a:ext cx="7858800" cy="5079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600">
                <a:solidFill>
                  <a:srgbClr val="1F1F1F"/>
                </a:solidFill>
                <a:highlight>
                  <a:srgbClr val="FFFFFF"/>
                </a:highlight>
                <a:latin typeface="Times New Roman"/>
                <a:ea typeface="Times New Roman"/>
                <a:cs typeface="Times New Roman"/>
                <a:sym typeface="Times New Roman"/>
              </a:rPr>
              <a:t>It became famous for its ability to classify images accurately.</a:t>
            </a:r>
            <a:endParaRPr sz="3200">
              <a:latin typeface="Times New Roman"/>
              <a:ea typeface="Times New Roman"/>
              <a:cs typeface="Times New Roman"/>
              <a:sym typeface="Times New Roman"/>
            </a:endParaRPr>
          </a:p>
        </p:txBody>
      </p:sp>
      <p:sp>
        <p:nvSpPr>
          <p:cNvPr id="412" name="Google Shape;412;p59"/>
          <p:cNvSpPr txBox="1"/>
          <p:nvPr/>
        </p:nvSpPr>
        <p:spPr>
          <a:xfrm>
            <a:off x="373075" y="1799600"/>
            <a:ext cx="5321400" cy="2031295"/>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600"/>
              </a:spcBef>
              <a:spcAft>
                <a:spcPts val="0"/>
              </a:spcAft>
              <a:buClr>
                <a:schemeClr val="dk1"/>
              </a:buClr>
              <a:buSzPts val="1100"/>
              <a:buFont typeface="Arial"/>
              <a:buNone/>
            </a:pPr>
            <a:r>
              <a:rPr lang="en" b="1" dirty="0">
                <a:solidFill>
                  <a:srgbClr val="1F1F1F"/>
                </a:solidFill>
                <a:highlight>
                  <a:srgbClr val="FFFFFF"/>
                </a:highlight>
                <a:latin typeface="Times New Roman"/>
                <a:ea typeface="Times New Roman"/>
                <a:cs typeface="Times New Roman"/>
                <a:sym typeface="Times New Roman"/>
              </a:rPr>
              <a:t>  Architecture includes:</a:t>
            </a:r>
            <a:endParaRPr b="1" dirty="0">
              <a:solidFill>
                <a:srgbClr val="1F1F1F"/>
              </a:solidFill>
              <a:highlight>
                <a:srgbClr val="FFFFFF"/>
              </a:highlight>
              <a:latin typeface="Times New Roman"/>
              <a:ea typeface="Times New Roman"/>
              <a:cs typeface="Times New Roman"/>
              <a:sym typeface="Times New Roman"/>
            </a:endParaRPr>
          </a:p>
          <a:p>
            <a:pPr marL="457200" lvl="0" indent="-330200" algn="l" rtl="0">
              <a:lnSpc>
                <a:spcPct val="100000"/>
              </a:lnSpc>
              <a:spcBef>
                <a:spcPts val="600"/>
              </a:spcBef>
              <a:spcAft>
                <a:spcPts val="0"/>
              </a:spcAft>
              <a:buClr>
                <a:srgbClr val="1F1F1F"/>
              </a:buClr>
              <a:buSzPts val="1600"/>
              <a:buFont typeface="Times New Roman"/>
              <a:buChar char="●"/>
            </a:pPr>
            <a:r>
              <a:rPr lang="en" sz="1600" dirty="0">
                <a:solidFill>
                  <a:srgbClr val="1F1F1F"/>
                </a:solidFill>
                <a:highlight>
                  <a:srgbClr val="FFFFFF"/>
                </a:highlight>
                <a:latin typeface="Times New Roman"/>
                <a:ea typeface="Times New Roman"/>
                <a:cs typeface="Times New Roman"/>
                <a:sym typeface="Times New Roman"/>
              </a:rPr>
              <a:t>5 convolutional layers with Max-Pooling </a:t>
            </a:r>
            <a:endParaRPr sz="1600" dirty="0">
              <a:solidFill>
                <a:srgbClr val="1F1F1F"/>
              </a:solidFill>
              <a:highlight>
                <a:srgbClr val="FFFFFF"/>
              </a:highlight>
              <a:latin typeface="Times New Roman"/>
              <a:ea typeface="Times New Roman"/>
              <a:cs typeface="Times New Roman"/>
              <a:sym typeface="Times New Roman"/>
            </a:endParaRPr>
          </a:p>
          <a:p>
            <a:pPr marL="457200" lvl="0" indent="-330200" algn="l" rtl="0">
              <a:lnSpc>
                <a:spcPct val="100000"/>
              </a:lnSpc>
              <a:spcBef>
                <a:spcPts val="0"/>
              </a:spcBef>
              <a:spcAft>
                <a:spcPts val="0"/>
              </a:spcAft>
              <a:buClr>
                <a:srgbClr val="1F1F1F"/>
              </a:buClr>
              <a:buSzPts val="1600"/>
              <a:buFont typeface="Times New Roman"/>
              <a:buChar char="●"/>
            </a:pPr>
            <a:r>
              <a:rPr lang="en" sz="1600" dirty="0">
                <a:solidFill>
                  <a:srgbClr val="1F1F1F"/>
                </a:solidFill>
                <a:highlight>
                  <a:srgbClr val="FFFFFF"/>
                </a:highlight>
                <a:latin typeface="Times New Roman"/>
                <a:ea typeface="Times New Roman"/>
                <a:cs typeface="Times New Roman"/>
                <a:sym typeface="Times New Roman"/>
              </a:rPr>
              <a:t>Max-Pooling uses a 3×3 filter with stride 2 which improved the performance</a:t>
            </a:r>
            <a:r>
              <a:rPr lang="en-US" sz="1600" dirty="0">
                <a:solidFill>
                  <a:srgbClr val="1F1F1F"/>
                </a:solidFill>
                <a:highlight>
                  <a:srgbClr val="FFFFFF"/>
                </a:highlight>
                <a:latin typeface="Times New Roman"/>
                <a:ea typeface="Times New Roman"/>
                <a:cs typeface="Times New Roman"/>
                <a:sym typeface="Times New Roman"/>
              </a:rPr>
              <a:t>.</a:t>
            </a:r>
          </a:p>
          <a:p>
            <a:pPr marL="457200" lvl="0" indent="-330200" algn="l" rtl="0">
              <a:lnSpc>
                <a:spcPct val="100000"/>
              </a:lnSpc>
              <a:spcBef>
                <a:spcPts val="0"/>
              </a:spcBef>
              <a:spcAft>
                <a:spcPts val="0"/>
              </a:spcAft>
              <a:buClr>
                <a:srgbClr val="1F1F1F"/>
              </a:buClr>
              <a:buSzPts val="1600"/>
              <a:buFont typeface="Times New Roman"/>
              <a:buChar char="●"/>
            </a:pPr>
            <a:r>
              <a:rPr lang="en-US" sz="1600" dirty="0">
                <a:solidFill>
                  <a:srgbClr val="1F1F1F"/>
                </a:solidFill>
                <a:highlight>
                  <a:srgbClr val="FFFFFF"/>
                </a:highlight>
                <a:latin typeface="Times New Roman"/>
                <a:ea typeface="Times New Roman"/>
                <a:cs typeface="Times New Roman"/>
                <a:sym typeface="Times New Roman"/>
              </a:rPr>
              <a:t>Followed by 2 fully connected layers each using dropout to prevent overfitting.</a:t>
            </a:r>
          </a:p>
          <a:p>
            <a:pPr marL="457200" lvl="0" indent="-330200" algn="l" rtl="0">
              <a:lnSpc>
                <a:spcPct val="100000"/>
              </a:lnSpc>
              <a:spcBef>
                <a:spcPts val="0"/>
              </a:spcBef>
              <a:spcAft>
                <a:spcPts val="0"/>
              </a:spcAft>
              <a:buClr>
                <a:srgbClr val="1F1F1F"/>
              </a:buClr>
              <a:buSzPts val="1600"/>
              <a:buFont typeface="Times New Roman"/>
              <a:buChar char="●"/>
            </a:pPr>
            <a:r>
              <a:rPr lang="en" sz="1600" dirty="0">
                <a:solidFill>
                  <a:srgbClr val="1F1F1F"/>
                </a:solidFill>
                <a:highlight>
                  <a:srgbClr val="FFFFFF"/>
                </a:highlight>
                <a:latin typeface="Times New Roman"/>
                <a:ea typeface="Times New Roman"/>
                <a:cs typeface="Times New Roman"/>
                <a:sym typeface="Times New Roman"/>
              </a:rPr>
              <a:t>Ends with a softmax layer for final classification.</a:t>
            </a:r>
            <a:endParaRPr sz="1600" dirty="0">
              <a:solidFill>
                <a:srgbClr val="1F1F1F"/>
              </a:solidFill>
              <a:highlight>
                <a:srgbClr val="FFFFFF"/>
              </a:highlight>
              <a:latin typeface="Times New Roman"/>
              <a:ea typeface="Times New Roman"/>
              <a:cs typeface="Times New Roman"/>
              <a:sym typeface="Times New Roman"/>
            </a:endParaRPr>
          </a:p>
        </p:txBody>
      </p:sp>
      <p:pic>
        <p:nvPicPr>
          <p:cNvPr id="413" name="Google Shape;413;p59"/>
          <p:cNvPicPr preferRelativeResize="0"/>
          <p:nvPr/>
        </p:nvPicPr>
        <p:blipFill>
          <a:blip r:embed="rId3">
            <a:alphaModFix/>
          </a:blip>
          <a:stretch>
            <a:fillRect/>
          </a:stretch>
        </p:blipFill>
        <p:spPr>
          <a:xfrm>
            <a:off x="5630075" y="2168825"/>
            <a:ext cx="3089475" cy="2822275"/>
          </a:xfrm>
          <a:prstGeom prst="rect">
            <a:avLst/>
          </a:prstGeom>
          <a:noFill/>
          <a:ln>
            <a:noFill/>
          </a:ln>
        </p:spPr>
      </p:pic>
      <p:sp>
        <p:nvSpPr>
          <p:cNvPr id="414" name="Google Shape;414;p59"/>
          <p:cNvSpPr txBox="1"/>
          <p:nvPr/>
        </p:nvSpPr>
        <p:spPr>
          <a:xfrm>
            <a:off x="1701047" y="3999851"/>
            <a:ext cx="21369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50" dirty="0">
                <a:solidFill>
                  <a:srgbClr val="1F1F1F"/>
                </a:solidFill>
                <a:highlight>
                  <a:srgbClr val="FFFFFF"/>
                </a:highlight>
                <a:latin typeface="Courier New"/>
                <a:ea typeface="Courier New"/>
                <a:cs typeface="Courier New"/>
                <a:sym typeface="Courier New"/>
              </a:rPr>
              <a:t>Test Accuracy: 0.9637</a:t>
            </a:r>
            <a:endParaRPr sz="1050" dirty="0">
              <a:solidFill>
                <a:srgbClr val="1F1F1F"/>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 sz="1050" dirty="0">
                <a:solidFill>
                  <a:srgbClr val="1F1F1F"/>
                </a:solidFill>
                <a:highlight>
                  <a:srgbClr val="FFFFFF"/>
                </a:highlight>
                <a:latin typeface="Courier New"/>
                <a:ea typeface="Courier New"/>
                <a:cs typeface="Courier New"/>
                <a:sym typeface="Courier New"/>
              </a:rPr>
              <a:t>Test Loss: 0.1794</a:t>
            </a:r>
            <a:endParaRPr sz="1050" dirty="0">
              <a:solidFill>
                <a:srgbClr val="1F1F1F"/>
              </a:solidFill>
              <a:highlight>
                <a:srgbClr val="FFFFFF"/>
              </a:highlight>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60"/>
          <p:cNvSpPr txBox="1">
            <a:spLocks noGrp="1"/>
          </p:cNvSpPr>
          <p:nvPr>
            <p:ph type="title"/>
          </p:nvPr>
        </p:nvSpPr>
        <p:spPr>
          <a:xfrm>
            <a:off x="892900" y="142615"/>
            <a:ext cx="7332300" cy="755700"/>
          </a:xfrm>
          <a:prstGeom prst="rect">
            <a:avLst/>
          </a:prstGeom>
          <a:solidFill>
            <a:srgbClr val="6AA84F"/>
          </a:solidFill>
        </p:spPr>
        <p:txBody>
          <a:bodyPr spcFirstLastPara="1" wrap="square" lIns="91425" tIns="91425" rIns="91425" bIns="91425" anchor="b" anchorCtr="0">
            <a:noAutofit/>
          </a:bodyPr>
          <a:lstStyle/>
          <a:p>
            <a:pPr marL="0" lvl="0" indent="0" algn="ctr" rtl="0">
              <a:spcBef>
                <a:spcPts val="0"/>
              </a:spcBef>
              <a:spcAft>
                <a:spcPts val="0"/>
              </a:spcAft>
              <a:buNone/>
            </a:pPr>
            <a:r>
              <a:rPr lang="en" sz="3800">
                <a:solidFill>
                  <a:srgbClr val="000000"/>
                </a:solidFill>
                <a:latin typeface="Times New Roman"/>
                <a:ea typeface="Times New Roman"/>
                <a:cs typeface="Times New Roman"/>
                <a:sym typeface="Times New Roman"/>
              </a:rPr>
              <a:t>Model Comparison</a:t>
            </a:r>
            <a:endParaRPr sz="3800">
              <a:solidFill>
                <a:srgbClr val="000000"/>
              </a:solidFill>
              <a:latin typeface="Times New Roman"/>
              <a:ea typeface="Times New Roman"/>
              <a:cs typeface="Times New Roman"/>
              <a:sym typeface="Times New Roman"/>
            </a:endParaRPr>
          </a:p>
        </p:txBody>
      </p:sp>
      <p:pic>
        <p:nvPicPr>
          <p:cNvPr id="420" name="Google Shape;420;p60"/>
          <p:cNvPicPr preferRelativeResize="0"/>
          <p:nvPr/>
        </p:nvPicPr>
        <p:blipFill>
          <a:blip r:embed="rId3">
            <a:alphaModFix/>
          </a:blip>
          <a:stretch>
            <a:fillRect/>
          </a:stretch>
        </p:blipFill>
        <p:spPr>
          <a:xfrm>
            <a:off x="892900" y="3054375"/>
            <a:ext cx="7019725" cy="1961275"/>
          </a:xfrm>
          <a:prstGeom prst="rect">
            <a:avLst/>
          </a:prstGeom>
          <a:noFill/>
          <a:ln>
            <a:noFill/>
          </a:ln>
        </p:spPr>
      </p:pic>
      <p:sp>
        <p:nvSpPr>
          <p:cNvPr id="421" name="Google Shape;421;p60"/>
          <p:cNvSpPr txBox="1"/>
          <p:nvPr/>
        </p:nvSpPr>
        <p:spPr>
          <a:xfrm>
            <a:off x="742425" y="1265975"/>
            <a:ext cx="8112000" cy="1800900"/>
          </a:xfrm>
          <a:prstGeom prst="rect">
            <a:avLst/>
          </a:prstGeom>
          <a:noFill/>
          <a:ln>
            <a:noFill/>
          </a:ln>
        </p:spPr>
        <p:txBody>
          <a:bodyPr spcFirstLastPara="1" wrap="square" lIns="91425" tIns="91425" rIns="91425" bIns="91425" anchor="t" anchorCtr="0">
            <a:spAutoFit/>
          </a:bodyPr>
          <a:lstStyle/>
          <a:p>
            <a:pPr marL="457200" lvl="0" indent="-323850" algn="l" rtl="0">
              <a:lnSpc>
                <a:spcPct val="100000"/>
              </a:lnSpc>
              <a:spcBef>
                <a:spcPts val="0"/>
              </a:spcBef>
              <a:spcAft>
                <a:spcPts val="0"/>
              </a:spcAft>
              <a:buSzPts val="1500"/>
              <a:buFont typeface="Times New Roman"/>
              <a:buChar char="●"/>
            </a:pPr>
            <a:r>
              <a:rPr lang="en" sz="1500" dirty="0">
                <a:highlight>
                  <a:srgbClr val="FFFFFF"/>
                </a:highlight>
                <a:latin typeface="Times New Roman"/>
                <a:ea typeface="Times New Roman"/>
                <a:cs typeface="Times New Roman"/>
                <a:sym typeface="Times New Roman"/>
              </a:rPr>
              <a:t>The baseline CNN achieved moderate accuracy, showed signs of underfitting.</a:t>
            </a:r>
            <a:endParaRPr sz="1500" dirty="0">
              <a:highlight>
                <a:srgbClr val="FFFFFF"/>
              </a:highlight>
              <a:latin typeface="Times New Roman"/>
              <a:ea typeface="Times New Roman"/>
              <a:cs typeface="Times New Roman"/>
              <a:sym typeface="Times New Roman"/>
            </a:endParaRPr>
          </a:p>
          <a:p>
            <a:pPr marL="457200" lvl="0" indent="-323850" algn="l" rtl="0">
              <a:lnSpc>
                <a:spcPct val="100000"/>
              </a:lnSpc>
              <a:spcBef>
                <a:spcPts val="0"/>
              </a:spcBef>
              <a:spcAft>
                <a:spcPts val="0"/>
              </a:spcAft>
              <a:buSzPts val="1500"/>
              <a:buFont typeface="Times New Roman"/>
              <a:buChar char="●"/>
            </a:pPr>
            <a:r>
              <a:rPr lang="en" sz="1500" b="1" dirty="0">
                <a:solidFill>
                  <a:schemeClr val="dk1"/>
                </a:solidFill>
                <a:latin typeface="Times New Roman"/>
                <a:ea typeface="Times New Roman"/>
                <a:cs typeface="Times New Roman"/>
                <a:sym typeface="Times New Roman"/>
              </a:rPr>
              <a:t>VGG16</a:t>
            </a:r>
            <a:r>
              <a:rPr lang="en" sz="1500" dirty="0">
                <a:solidFill>
                  <a:schemeClr val="dk1"/>
                </a:solidFill>
                <a:latin typeface="Times New Roman"/>
                <a:ea typeface="Times New Roman"/>
                <a:cs typeface="Times New Roman"/>
                <a:sym typeface="Times New Roman"/>
              </a:rPr>
              <a:t> – Deep architecture with strong feature extraction capability. Achieved the highest accuracy.</a:t>
            </a:r>
            <a:endParaRPr sz="1500" dirty="0">
              <a:highlight>
                <a:srgbClr val="FFFFFF"/>
              </a:highlight>
              <a:latin typeface="Times New Roman"/>
              <a:ea typeface="Times New Roman"/>
              <a:cs typeface="Times New Roman"/>
              <a:sym typeface="Times New Roman"/>
            </a:endParaRPr>
          </a:p>
          <a:p>
            <a:pPr marL="457200" lvl="0" indent="-323850" algn="l" rtl="0">
              <a:lnSpc>
                <a:spcPct val="100000"/>
              </a:lnSpc>
              <a:spcBef>
                <a:spcPts val="0"/>
              </a:spcBef>
              <a:spcAft>
                <a:spcPts val="0"/>
              </a:spcAft>
              <a:buSzPts val="1500"/>
              <a:buFont typeface="Times New Roman"/>
              <a:buChar char="●"/>
            </a:pPr>
            <a:r>
              <a:rPr lang="en" sz="1500" b="1" dirty="0">
                <a:solidFill>
                  <a:schemeClr val="dk1"/>
                </a:solidFill>
                <a:latin typeface="Times New Roman"/>
                <a:ea typeface="Times New Roman"/>
                <a:cs typeface="Times New Roman"/>
                <a:sym typeface="Times New Roman"/>
              </a:rPr>
              <a:t>MobileNet</a:t>
            </a:r>
            <a:r>
              <a:rPr lang="en" sz="1500" dirty="0">
                <a:solidFill>
                  <a:schemeClr val="dk1"/>
                </a:solidFill>
                <a:latin typeface="Times New Roman"/>
                <a:ea typeface="Times New Roman"/>
                <a:cs typeface="Times New Roman"/>
                <a:sym typeface="Times New Roman"/>
              </a:rPr>
              <a:t> – Lightweight architecture, faster training, fewer parameters, efficient for real-time or mobile deployment.</a:t>
            </a:r>
            <a:endParaRPr sz="1500" dirty="0">
              <a:highlight>
                <a:srgbClr val="FFFFFF"/>
              </a:highlight>
              <a:latin typeface="Times New Roman"/>
              <a:ea typeface="Times New Roman"/>
              <a:cs typeface="Times New Roman"/>
              <a:sym typeface="Times New Roman"/>
            </a:endParaRPr>
          </a:p>
          <a:p>
            <a:pPr marL="457200" lvl="0" indent="-323850" algn="l" rtl="0">
              <a:lnSpc>
                <a:spcPct val="100000"/>
              </a:lnSpc>
              <a:spcBef>
                <a:spcPts val="0"/>
              </a:spcBef>
              <a:spcAft>
                <a:spcPts val="0"/>
              </a:spcAft>
              <a:buSzPts val="1500"/>
              <a:buFont typeface="Times New Roman"/>
              <a:buChar char="●"/>
            </a:pPr>
            <a:r>
              <a:rPr lang="en" sz="1500" b="1" dirty="0">
                <a:highlight>
                  <a:srgbClr val="FFFFFF"/>
                </a:highlight>
                <a:latin typeface="Times New Roman"/>
                <a:ea typeface="Times New Roman"/>
                <a:cs typeface="Times New Roman"/>
                <a:sym typeface="Times New Roman"/>
              </a:rPr>
              <a:t>AlexNet</a:t>
            </a:r>
            <a:r>
              <a:rPr lang="en" sz="1500" dirty="0">
                <a:highlight>
                  <a:srgbClr val="FFFFFF"/>
                </a:highlight>
                <a:latin typeface="Times New Roman"/>
                <a:ea typeface="Times New Roman"/>
                <a:cs typeface="Times New Roman"/>
                <a:sym typeface="Times New Roman"/>
              </a:rPr>
              <a:t> achieved competitive accuracy. </a:t>
            </a:r>
            <a:r>
              <a:rPr lang="en" sz="1500" dirty="0">
                <a:solidFill>
                  <a:schemeClr val="dk1"/>
                </a:solidFill>
                <a:latin typeface="Times New Roman"/>
                <a:ea typeface="Times New Roman"/>
                <a:cs typeface="Times New Roman"/>
                <a:sym typeface="Times New Roman"/>
              </a:rPr>
              <a:t>Larger number of parameters, slower training compared to MobileNet.</a:t>
            </a:r>
            <a:endParaRPr sz="1500" dirty="0">
              <a:highlight>
                <a:srgbClr val="FFFFFF"/>
              </a:highlight>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1"/>
          <p:cNvSpPr txBox="1">
            <a:spLocks noGrp="1"/>
          </p:cNvSpPr>
          <p:nvPr>
            <p:ph type="body" idx="1"/>
          </p:nvPr>
        </p:nvSpPr>
        <p:spPr>
          <a:xfrm>
            <a:off x="400425" y="1334375"/>
            <a:ext cx="8577000" cy="35568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en" sz="1500" b="1">
                <a:solidFill>
                  <a:srgbClr val="1F1F1F"/>
                </a:solidFill>
                <a:highlight>
                  <a:schemeClr val="lt1"/>
                </a:highlight>
                <a:latin typeface="Times New Roman"/>
                <a:ea typeface="Times New Roman"/>
                <a:cs typeface="Times New Roman"/>
                <a:sym typeface="Times New Roman"/>
              </a:rPr>
              <a:t>VGG16 model prediction</a:t>
            </a:r>
            <a:endParaRPr sz="1500" b="1">
              <a:solidFill>
                <a:srgbClr val="1F1F1F"/>
              </a:solidFill>
              <a:highlight>
                <a:schemeClr val="lt1"/>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endParaRPr sz="1000" b="1">
              <a:solidFill>
                <a:srgbClr val="1F1F1F"/>
              </a:solidFill>
              <a:highlight>
                <a:schemeClr val="lt1"/>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Raw prediction:[[0.1812 0.1952 0.2195 0.2071 0.1967]]</a:t>
            </a:r>
            <a:endParaRPr>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Predicted Class: talking_phone</a:t>
            </a:r>
            <a:endParaRPr>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Confidence: 0.21958415</a:t>
            </a:r>
            <a:endParaRPr>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endParaRPr sz="1050">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1F1F1F"/>
                </a:solidFill>
                <a:highlight>
                  <a:schemeClr val="lt1"/>
                </a:highlight>
                <a:latin typeface="Times New Roman"/>
                <a:ea typeface="Times New Roman"/>
                <a:cs typeface="Times New Roman"/>
                <a:sym typeface="Times New Roman"/>
              </a:rPr>
              <a:t>Mobilenet model prediction</a:t>
            </a:r>
            <a:endParaRPr sz="1500" b="1">
              <a:solidFill>
                <a:srgbClr val="1F1F1F"/>
              </a:solidFill>
              <a:highlight>
                <a:schemeClr val="lt1"/>
              </a:highlight>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endParaRPr sz="1000" b="1">
              <a:solidFill>
                <a:srgbClr val="1F1F1F"/>
              </a:solidFill>
              <a:highlight>
                <a:schemeClr val="lt1"/>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Raw prediction: [[0.0347 0.0823 0.0036 0.0026 0.8766]]</a:t>
            </a:r>
            <a:endParaRPr>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Predicted Class: turning</a:t>
            </a:r>
            <a:endParaRPr>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Confidence: 0.8766074</a:t>
            </a:r>
            <a:endParaRPr>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endParaRPr sz="1050">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sz="1500" b="1">
                <a:solidFill>
                  <a:srgbClr val="1F1F1F"/>
                </a:solidFill>
                <a:highlight>
                  <a:schemeClr val="lt1"/>
                </a:highlight>
                <a:latin typeface="Times New Roman"/>
                <a:ea typeface="Times New Roman"/>
                <a:cs typeface="Times New Roman"/>
                <a:sym typeface="Times New Roman"/>
              </a:rPr>
              <a:t>Alex_model prediction</a:t>
            </a:r>
            <a:endParaRPr sz="1500" b="1">
              <a:solidFill>
                <a:srgbClr val="1F1F1F"/>
              </a:solidFill>
              <a:highlight>
                <a:schemeClr val="lt1"/>
              </a:highlight>
              <a:latin typeface="Times New Roman"/>
              <a:ea typeface="Times New Roman"/>
              <a:cs typeface="Times New Roman"/>
              <a:sym typeface="Times New Roman"/>
            </a:endParaRPr>
          </a:p>
          <a:p>
            <a:pPr marL="0" lvl="0" indent="0" algn="l" rtl="0">
              <a:lnSpc>
                <a:spcPct val="100000"/>
              </a:lnSpc>
              <a:spcBef>
                <a:spcPts val="0"/>
              </a:spcBef>
              <a:spcAft>
                <a:spcPts val="0"/>
              </a:spcAft>
              <a:buClr>
                <a:schemeClr val="dk1"/>
              </a:buClr>
              <a:buSzPts val="1100"/>
              <a:buFont typeface="Arial"/>
              <a:buNone/>
            </a:pPr>
            <a:endParaRPr sz="1000" b="1">
              <a:solidFill>
                <a:srgbClr val="1F1F1F"/>
              </a:solidFill>
              <a:highlight>
                <a:schemeClr val="lt1"/>
              </a:highlight>
              <a:latin typeface="Times New Roman"/>
              <a:ea typeface="Times New Roman"/>
              <a:cs typeface="Times New Roman"/>
              <a:sym typeface="Times New Roman"/>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Raw prediction: [[0.1781  0.0444 0.0214 0.0101 0.7458]]</a:t>
            </a:r>
            <a:endParaRPr>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Predicted Class: turning</a:t>
            </a:r>
            <a:endParaRPr>
              <a:solidFill>
                <a:srgbClr val="1F1F1F"/>
              </a:solidFill>
              <a:highlight>
                <a:srgbClr val="FFFFFF"/>
              </a:highlight>
              <a:latin typeface="Courier New"/>
              <a:ea typeface="Courier New"/>
              <a:cs typeface="Courier New"/>
              <a:sym typeface="Courier New"/>
            </a:endParaRPr>
          </a:p>
          <a:p>
            <a:pPr marL="0" lvl="0" indent="0" algn="l" rtl="0">
              <a:lnSpc>
                <a:spcPct val="100000"/>
              </a:lnSpc>
              <a:spcBef>
                <a:spcPts val="0"/>
              </a:spcBef>
              <a:spcAft>
                <a:spcPts val="0"/>
              </a:spcAft>
              <a:buNone/>
            </a:pPr>
            <a:r>
              <a:rPr lang="en">
                <a:solidFill>
                  <a:srgbClr val="1F1F1F"/>
                </a:solidFill>
                <a:highlight>
                  <a:srgbClr val="FFFFFF"/>
                </a:highlight>
                <a:latin typeface="Courier New"/>
                <a:ea typeface="Courier New"/>
                <a:cs typeface="Courier New"/>
                <a:sym typeface="Courier New"/>
              </a:rPr>
              <a:t>Confidence: 0.7458455</a:t>
            </a:r>
            <a:endParaRPr b="1">
              <a:solidFill>
                <a:srgbClr val="1F1F1F"/>
              </a:solidFill>
              <a:highlight>
                <a:srgbClr val="FFFFFF"/>
              </a:highlight>
            </a:endParaRPr>
          </a:p>
        </p:txBody>
      </p:sp>
      <p:pic>
        <p:nvPicPr>
          <p:cNvPr id="427" name="Google Shape;427;p61"/>
          <p:cNvPicPr preferRelativeResize="0"/>
          <p:nvPr/>
        </p:nvPicPr>
        <p:blipFill>
          <a:blip r:embed="rId3">
            <a:alphaModFix/>
          </a:blip>
          <a:stretch>
            <a:fillRect/>
          </a:stretch>
        </p:blipFill>
        <p:spPr>
          <a:xfrm>
            <a:off x="5760300" y="1922625"/>
            <a:ext cx="2775549" cy="1833980"/>
          </a:xfrm>
          <a:prstGeom prst="rect">
            <a:avLst/>
          </a:prstGeom>
          <a:noFill/>
          <a:ln>
            <a:noFill/>
          </a:ln>
        </p:spPr>
      </p:pic>
      <p:sp>
        <p:nvSpPr>
          <p:cNvPr id="428" name="Google Shape;428;p61"/>
          <p:cNvSpPr txBox="1"/>
          <p:nvPr/>
        </p:nvSpPr>
        <p:spPr>
          <a:xfrm>
            <a:off x="920250" y="130575"/>
            <a:ext cx="7305000" cy="769500"/>
          </a:xfrm>
          <a:prstGeom prst="rect">
            <a:avLst/>
          </a:prstGeom>
          <a:solidFill>
            <a:srgbClr val="6AA84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800" dirty="0">
                <a:latin typeface="Times New Roman"/>
                <a:ea typeface="Times New Roman"/>
                <a:cs typeface="Times New Roman"/>
                <a:sym typeface="Times New Roman"/>
              </a:rPr>
              <a:t>Testing on New Image</a:t>
            </a:r>
            <a:endParaRPr sz="3800"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2"/>
          <p:cNvSpPr txBox="1">
            <a:spLocks noGrp="1"/>
          </p:cNvSpPr>
          <p:nvPr>
            <p:ph type="title"/>
          </p:nvPr>
        </p:nvSpPr>
        <p:spPr>
          <a:xfrm>
            <a:off x="906575" y="294725"/>
            <a:ext cx="7318500" cy="725100"/>
          </a:xfrm>
          <a:prstGeom prst="rect">
            <a:avLst/>
          </a:prstGeom>
          <a:solidFill>
            <a:srgbClr val="6AA84F"/>
          </a:solidFill>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800">
                <a:solidFill>
                  <a:srgbClr val="000000"/>
                </a:solidFill>
                <a:latin typeface="Times New Roman"/>
                <a:ea typeface="Times New Roman"/>
                <a:cs typeface="Times New Roman"/>
                <a:sym typeface="Times New Roman"/>
              </a:rPr>
              <a:t>Conclusion</a:t>
            </a:r>
            <a:endParaRPr sz="3800">
              <a:solidFill>
                <a:srgbClr val="000000"/>
              </a:solidFill>
              <a:latin typeface="Times New Roman"/>
              <a:ea typeface="Times New Roman"/>
              <a:cs typeface="Times New Roman"/>
              <a:sym typeface="Times New Roman"/>
            </a:endParaRPr>
          </a:p>
        </p:txBody>
      </p:sp>
      <p:sp>
        <p:nvSpPr>
          <p:cNvPr id="434" name="Google Shape;434;p62"/>
          <p:cNvSpPr txBox="1">
            <a:spLocks noGrp="1"/>
          </p:cNvSpPr>
          <p:nvPr>
            <p:ph type="body" idx="1"/>
          </p:nvPr>
        </p:nvSpPr>
        <p:spPr>
          <a:xfrm>
            <a:off x="311700" y="1402776"/>
            <a:ext cx="7831500" cy="3506976"/>
          </a:xfrm>
          <a:prstGeom prst="rect">
            <a:avLst/>
          </a:prstGeom>
        </p:spPr>
        <p:txBody>
          <a:bodyPr spcFirstLastPara="1" wrap="square" lIns="91425" tIns="91425" rIns="91425" bIns="91425" anchor="t" anchorCtr="0">
            <a:noAutofit/>
          </a:bodyPr>
          <a:lstStyle/>
          <a:p>
            <a:pPr marL="457200" lvl="0" indent="-330200" algn="l" rtl="0">
              <a:lnSpc>
                <a:spcPct val="100000"/>
              </a:lnSpc>
              <a:spcBef>
                <a:spcPts val="0"/>
              </a:spcBef>
              <a:spcAft>
                <a:spcPts val="0"/>
              </a:spcAft>
              <a:buClr>
                <a:srgbClr val="000000"/>
              </a:buClr>
              <a:buSzPts val="1600"/>
              <a:buFont typeface="Times New Roman"/>
              <a:buChar char="●"/>
            </a:pPr>
            <a:r>
              <a:rPr lang="en" sz="1600" dirty="0">
                <a:solidFill>
                  <a:srgbClr val="000000"/>
                </a:solidFill>
                <a:latin typeface="Times New Roman"/>
                <a:ea typeface="Times New Roman"/>
                <a:cs typeface="Times New Roman"/>
                <a:sym typeface="Times New Roman"/>
              </a:rPr>
              <a:t>Developed a deep learning model to classify driver behavior from images.</a:t>
            </a:r>
            <a:endParaRPr sz="1600" dirty="0">
              <a:solidFill>
                <a:srgbClr val="000000"/>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000" dirty="0">
              <a:solidFill>
                <a:srgbClr val="000000"/>
              </a:solidFill>
              <a:latin typeface="Times New Roman"/>
              <a:ea typeface="Times New Roman"/>
              <a:cs typeface="Times New Roman"/>
              <a:sym typeface="Times New Roman"/>
            </a:endParaRPr>
          </a:p>
          <a:p>
            <a:pPr marL="457200" lvl="0" indent="-330200" algn="l" rtl="0">
              <a:lnSpc>
                <a:spcPct val="100000"/>
              </a:lnSpc>
              <a:spcBef>
                <a:spcPts val="0"/>
              </a:spcBef>
              <a:spcAft>
                <a:spcPts val="0"/>
              </a:spcAft>
              <a:buClr>
                <a:srgbClr val="000000"/>
              </a:buClr>
              <a:buSzPts val="1600"/>
              <a:buFont typeface="Times New Roman"/>
              <a:buChar char="●"/>
            </a:pPr>
            <a:r>
              <a:rPr lang="en" sz="1600" dirty="0">
                <a:solidFill>
                  <a:srgbClr val="000000"/>
                </a:solidFill>
                <a:latin typeface="Times New Roman"/>
                <a:ea typeface="Times New Roman"/>
                <a:cs typeface="Times New Roman"/>
                <a:sym typeface="Times New Roman"/>
              </a:rPr>
              <a:t>Model learned meaningful patterns but showed some overfitting on validation data.</a:t>
            </a:r>
            <a:endParaRPr sz="1600" dirty="0">
              <a:solidFill>
                <a:srgbClr val="000000"/>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000" dirty="0">
              <a:solidFill>
                <a:srgbClr val="000000"/>
              </a:solidFill>
              <a:latin typeface="Times New Roman"/>
              <a:ea typeface="Times New Roman"/>
              <a:cs typeface="Times New Roman"/>
              <a:sym typeface="Times New Roman"/>
            </a:endParaRPr>
          </a:p>
          <a:p>
            <a:pPr marL="457200" lvl="0" indent="-330200" algn="l" rtl="0">
              <a:lnSpc>
                <a:spcPct val="100000"/>
              </a:lnSpc>
              <a:spcBef>
                <a:spcPts val="0"/>
              </a:spcBef>
              <a:spcAft>
                <a:spcPts val="0"/>
              </a:spcAft>
              <a:buClr>
                <a:srgbClr val="000000"/>
              </a:buClr>
              <a:buSzPts val="1600"/>
              <a:buFont typeface="Times New Roman"/>
              <a:buChar char="●"/>
            </a:pPr>
            <a:r>
              <a:rPr lang="en" sz="1600" dirty="0">
                <a:solidFill>
                  <a:srgbClr val="000000"/>
                </a:solidFill>
                <a:latin typeface="Times New Roman"/>
                <a:ea typeface="Times New Roman"/>
                <a:cs typeface="Times New Roman"/>
                <a:sym typeface="Times New Roman"/>
              </a:rPr>
              <a:t>Transfer learning improved performance and generalization.</a:t>
            </a:r>
            <a:endParaRPr sz="1600" dirty="0">
              <a:solidFill>
                <a:srgbClr val="000000"/>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000" dirty="0">
              <a:solidFill>
                <a:srgbClr val="000000"/>
              </a:solidFill>
              <a:latin typeface="Times New Roman"/>
              <a:ea typeface="Times New Roman"/>
              <a:cs typeface="Times New Roman"/>
              <a:sym typeface="Times New Roman"/>
            </a:endParaRPr>
          </a:p>
          <a:p>
            <a:pPr marL="457200" lvl="0" indent="-330200" algn="l" rtl="0">
              <a:lnSpc>
                <a:spcPct val="100000"/>
              </a:lnSpc>
              <a:spcBef>
                <a:spcPts val="0"/>
              </a:spcBef>
              <a:spcAft>
                <a:spcPts val="0"/>
              </a:spcAft>
              <a:buClr>
                <a:srgbClr val="000000"/>
              </a:buClr>
              <a:buSzPts val="1600"/>
              <a:buFont typeface="Times New Roman"/>
              <a:buChar char="●"/>
            </a:pPr>
            <a:r>
              <a:rPr lang="en" sz="1600" dirty="0">
                <a:solidFill>
                  <a:srgbClr val="000000"/>
                </a:solidFill>
                <a:latin typeface="Times New Roman"/>
                <a:ea typeface="Times New Roman"/>
                <a:cs typeface="Times New Roman"/>
                <a:sym typeface="Times New Roman"/>
              </a:rPr>
              <a:t>The system shows strong potential for real-time driver monitoring and road safety applications.</a:t>
            </a:r>
            <a:endParaRPr sz="1600" dirty="0">
              <a:solidFill>
                <a:srgbClr val="000000"/>
              </a:solidFill>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000" dirty="0">
              <a:solidFill>
                <a:srgbClr val="000000"/>
              </a:solidFill>
              <a:latin typeface="Times New Roman"/>
              <a:ea typeface="Times New Roman"/>
              <a:cs typeface="Times New Roman"/>
              <a:sym typeface="Times New Roman"/>
            </a:endParaRPr>
          </a:p>
          <a:p>
            <a:pPr marL="457200" lvl="0" indent="-330200" algn="l" rtl="0">
              <a:lnSpc>
                <a:spcPct val="100000"/>
              </a:lnSpc>
              <a:spcBef>
                <a:spcPts val="0"/>
              </a:spcBef>
              <a:spcAft>
                <a:spcPts val="0"/>
              </a:spcAft>
              <a:buClr>
                <a:srgbClr val="000000"/>
              </a:buClr>
              <a:buSzPts val="1600"/>
              <a:buFont typeface="Times New Roman"/>
              <a:buChar char="●"/>
            </a:pPr>
            <a:r>
              <a:rPr lang="en" sz="1600" dirty="0">
                <a:solidFill>
                  <a:srgbClr val="000000"/>
                </a:solidFill>
                <a:highlight>
                  <a:srgbClr val="FFFFFF"/>
                </a:highlight>
                <a:latin typeface="Times New Roman"/>
                <a:ea typeface="Times New Roman"/>
                <a:cs typeface="Times New Roman"/>
                <a:sym typeface="Times New Roman"/>
              </a:rPr>
              <a:t>Testing on completely new external images revealed some performance variation. This highlights the importance of dataset diversity and real-world variability in improving generalization.</a:t>
            </a:r>
            <a:endParaRPr sz="1600" dirty="0">
              <a:solidFill>
                <a:srgbClr val="000000"/>
              </a:solidFill>
              <a:highlight>
                <a:srgbClr val="FFFFFF"/>
              </a:highlight>
              <a:latin typeface="Times New Roman"/>
              <a:ea typeface="Times New Roman"/>
              <a:cs typeface="Times New Roman"/>
              <a:sym typeface="Times New Roman"/>
            </a:endParaRPr>
          </a:p>
          <a:p>
            <a:pPr marL="457200" lvl="0" indent="0" algn="l" rtl="0">
              <a:lnSpc>
                <a:spcPct val="100000"/>
              </a:lnSpc>
              <a:spcBef>
                <a:spcPts val="0"/>
              </a:spcBef>
              <a:spcAft>
                <a:spcPts val="0"/>
              </a:spcAft>
              <a:buNone/>
            </a:pPr>
            <a:endParaRPr sz="1000" dirty="0">
              <a:solidFill>
                <a:srgbClr val="000000"/>
              </a:solidFill>
              <a:highlight>
                <a:srgbClr val="FFFFFF"/>
              </a:highlight>
              <a:latin typeface="Times New Roman"/>
              <a:ea typeface="Times New Roman"/>
              <a:cs typeface="Times New Roman"/>
              <a:sym typeface="Times New Roman"/>
            </a:endParaRPr>
          </a:p>
          <a:p>
            <a:pPr marL="457200" lvl="0" indent="-330200" algn="l" rtl="0">
              <a:lnSpc>
                <a:spcPct val="100000"/>
              </a:lnSpc>
              <a:spcBef>
                <a:spcPts val="0"/>
              </a:spcBef>
              <a:spcAft>
                <a:spcPts val="0"/>
              </a:spcAft>
              <a:buClr>
                <a:srgbClr val="000000"/>
              </a:buClr>
              <a:buSzPts val="1600"/>
              <a:buFont typeface="Times New Roman"/>
              <a:buChar char="●"/>
            </a:pPr>
            <a:r>
              <a:rPr lang="en" sz="1600" dirty="0">
                <a:solidFill>
                  <a:srgbClr val="000000"/>
                </a:solidFill>
                <a:highlight>
                  <a:srgbClr val="FFFFFF"/>
                </a:highlight>
                <a:latin typeface="Times New Roman"/>
                <a:ea typeface="Times New Roman"/>
                <a:cs typeface="Times New Roman"/>
                <a:sym typeface="Times New Roman"/>
              </a:rPr>
              <a:t>Future improvements may include stronger data augmentation and expanding the dataset with more diverse driving conditions.</a:t>
            </a:r>
            <a:endParaRPr sz="1600" dirty="0">
              <a:solidFill>
                <a:srgbClr val="000000"/>
              </a:solidFill>
              <a:highlight>
                <a:srgbClr val="FFFFFF"/>
              </a:highlight>
              <a:latin typeface="Times New Roman"/>
              <a:ea typeface="Times New Roman"/>
              <a:cs typeface="Times New Roman"/>
              <a:sym typeface="Times New Roman"/>
            </a:endParaRPr>
          </a:p>
          <a:p>
            <a:pPr marL="457200" lvl="0" indent="0" algn="l" rtl="0">
              <a:spcBef>
                <a:spcPts val="1200"/>
              </a:spcBef>
              <a:spcAft>
                <a:spcPts val="0"/>
              </a:spcAft>
              <a:buNone/>
            </a:pPr>
            <a:endParaRPr sz="1600" dirty="0">
              <a:solidFill>
                <a:schemeClr val="dk1"/>
              </a:solidFill>
              <a:latin typeface="Times"/>
              <a:ea typeface="Times"/>
              <a:cs typeface="Times"/>
              <a:sym typeface="Times"/>
            </a:endParaRPr>
          </a:p>
          <a:p>
            <a:pPr marL="0" lvl="0" indent="0" algn="l" rtl="0">
              <a:spcBef>
                <a:spcPts val="1200"/>
              </a:spcBef>
              <a:spcAft>
                <a:spcPts val="1200"/>
              </a:spcAft>
              <a:buNone/>
            </a:pPr>
            <a:endParaRPr dirty="0">
              <a:latin typeface="Times"/>
              <a:ea typeface="Times"/>
              <a:cs typeface="Times"/>
              <a:sym typeface="Time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63"/>
          <p:cNvSpPr txBox="1">
            <a:spLocks noGrp="1"/>
          </p:cNvSpPr>
          <p:nvPr>
            <p:ph type="ctrTitle"/>
          </p:nvPr>
        </p:nvSpPr>
        <p:spPr>
          <a:xfrm>
            <a:off x="917375" y="2148075"/>
            <a:ext cx="7323600" cy="979200"/>
          </a:xfrm>
          <a:prstGeom prst="rect">
            <a:avLst/>
          </a:prstGeom>
          <a:solidFill>
            <a:srgbClr val="6AA84F"/>
          </a:solidFill>
        </p:spPr>
        <p:txBody>
          <a:bodyPr spcFirstLastPara="1" wrap="square" lIns="91425" tIns="91425" rIns="91425" bIns="91425" anchor="b" anchorCtr="0">
            <a:normAutofit/>
          </a:bodyPr>
          <a:lstStyle/>
          <a:p>
            <a:pPr marL="0" lvl="0" indent="0" algn="ctr" rtl="0">
              <a:spcBef>
                <a:spcPts val="0"/>
              </a:spcBef>
              <a:spcAft>
                <a:spcPts val="0"/>
              </a:spcAft>
              <a:buNone/>
            </a:pPr>
            <a:r>
              <a:rPr lang="en">
                <a:latin typeface="Times New Roman"/>
                <a:ea typeface="Times New Roman"/>
                <a:cs typeface="Times New Roman"/>
                <a:sym typeface="Times New Roman"/>
              </a:rPr>
              <a:t>Thank You</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esson 1">
  <a:themeElements>
    <a:clrScheme name="Simple Light">
      <a:dk1>
        <a:srgbClr val="137C3F"/>
      </a:dk1>
      <a:lt1>
        <a:srgbClr val="FFFCF5"/>
      </a:lt1>
      <a:dk2>
        <a:srgbClr val="146AEB"/>
      </a:dk2>
      <a:lt2>
        <a:srgbClr val="FBA084"/>
      </a:lt2>
      <a:accent1>
        <a:srgbClr val="000000"/>
      </a:accent1>
      <a:accent2>
        <a:srgbClr val="FFFFB3"/>
      </a:accent2>
      <a:accent3>
        <a:srgbClr val="B6D7A8"/>
      </a:accent3>
      <a:accent4>
        <a:srgbClr val="A4C2F4"/>
      </a:accent4>
      <a:accent5>
        <a:srgbClr val="B6D7A8"/>
      </a:accent5>
      <a:accent6>
        <a:srgbClr val="B4A7D6"/>
      </a:accent6>
      <a:hlink>
        <a:srgbClr val="146AE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662</Words>
  <Application>Microsoft Office PowerPoint</Application>
  <PresentationFormat>On-screen Show (16:9)</PresentationFormat>
  <Paragraphs>109</Paragraphs>
  <Slides>12</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Inter Tight SemiBold</vt:lpstr>
      <vt:lpstr>Times New Roman</vt:lpstr>
      <vt:lpstr>Inter Tight</vt:lpstr>
      <vt:lpstr>Times</vt:lpstr>
      <vt:lpstr>Inter Tight Medium</vt:lpstr>
      <vt:lpstr>Courier New</vt:lpstr>
      <vt:lpstr>Simple Light</vt:lpstr>
      <vt:lpstr>Lesson 1</vt:lpstr>
      <vt:lpstr>Driver Behaviour Classification</vt:lpstr>
      <vt:lpstr>Objective: The primary objective of this project is to develop a deep learning-based image classification model that can automatically detect and classify different driver behaviors. The system aims to distinguish between safe driving and various distracted behaviors such as texting, calling, or turning away from the road  The goal is to achieve high classification accuracy and reliable real-time performance.  Model: VGG16, MobileNet and AlexNet   </vt:lpstr>
      <vt:lpstr>Dataset</vt:lpstr>
      <vt:lpstr>Data Preparation</vt:lpstr>
      <vt:lpstr>Baseline CNN Model</vt:lpstr>
      <vt:lpstr>VGG16 Transfer Learning</vt:lpstr>
      <vt:lpstr>MobileNetV2 Transfer Learning</vt:lpstr>
      <vt:lpstr>AlexNet</vt:lpstr>
      <vt:lpstr>Model Comparison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Veeresh Budihal</cp:lastModifiedBy>
  <cp:revision>3</cp:revision>
  <dcterms:modified xsi:type="dcterms:W3CDTF">2026-02-24T22:48:25Z</dcterms:modified>
</cp:coreProperties>
</file>